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slide+xml" PartName="/ppt/slides/slide45.xml"/>
  <Override ContentType="application/vnd.openxmlformats-officedocument.presentationml.slide+xml" PartName="/ppt/slides/slide46.xml"/>
  <Override ContentType="application/vnd.openxmlformats-officedocument.presentationml.slide+xml" PartName="/ppt/slides/slide47.xml"/>
  <Override ContentType="application/vnd.openxmlformats-officedocument.presentationml.slide+xml" PartName="/ppt/slides/slide48.xml"/>
  <Override ContentType="application/vnd.openxmlformats-officedocument.presentationml.slide+xml" PartName="/ppt/slides/slide49.xml"/>
  <Override ContentType="application/vnd.openxmlformats-officedocument.presentationml.slide+xml" PartName="/ppt/slides/slide50.xml"/>
  <Override ContentType="application/vnd.openxmlformats-officedocument.presentationml.slide+xml" PartName="/ppt/slides/slide51.xml"/>
  <Override ContentType="application/vnd.openxmlformats-officedocument.presentationml.slide+xml" PartName="/ppt/slides/slide52.xml"/>
  <Override ContentType="application/vnd.openxmlformats-officedocument.presentationml.slide+xml" PartName="/ppt/slides/slide53.xml"/>
  <Override ContentType="application/vnd.openxmlformats-officedocument.presentationml.slide+xml" PartName="/ppt/slides/slide54.xml"/>
  <Override ContentType="application/vnd.openxmlformats-officedocument.presentationml.slide+xml" PartName="/ppt/slides/slide55.xml"/>
  <Override ContentType="application/vnd.openxmlformats-officedocument.presentationml.slide+xml" PartName="/ppt/slides/slide56.xml"/>
  <Override ContentType="application/vnd.openxmlformats-officedocument.presentationml.slide+xml" PartName="/ppt/slides/slide57.xml"/>
  <Override ContentType="application/vnd.openxmlformats-officedocument.presentationml.slide+xml" PartName="/ppt/slides/slide58.xml"/>
  <Override ContentType="application/vnd.openxmlformats-officedocument.presentationml.slide+xml" PartName="/ppt/slides/slide59.xml"/>
  <Override ContentType="application/vnd.openxmlformats-officedocument.presentationml.slide+xml" PartName="/ppt/slides/slide60.xml"/>
  <Override ContentType="application/vnd.openxmlformats-officedocument.presentationml.slide+xml" PartName="/ppt/slides/slide61.xml"/>
  <Override ContentType="application/vnd.openxmlformats-officedocument.presentationml.slide+xml" PartName="/ppt/slides/slide62.xml"/>
  <Override ContentType="application/vnd.openxmlformats-officedocument.presentationml.slide+xml" PartName="/ppt/slides/slide63.xml"/>
  <Override ContentType="application/vnd.openxmlformats-officedocument.presentationml.slide+xml" PartName="/ppt/slides/slide64.xml"/>
  <Override ContentType="application/vnd.openxmlformats-officedocument.presentationml.slide+xml" PartName="/ppt/slides/slide65.xml"/>
  <Override ContentType="application/vnd.openxmlformats-officedocument.presentationml.slide+xml" PartName="/ppt/slides/slide66.xml"/>
  <Override ContentType="application/vnd.openxmlformats-officedocument.presentationml.slide+xml" PartName="/ppt/slides/slide67.xml"/>
  <Override ContentType="application/vnd.openxmlformats-officedocument.presentationml.slide+xml" PartName="/ppt/slides/slide68.xml"/>
  <Override ContentType="application/vnd.openxmlformats-officedocument.presentationml.slide+xml" PartName="/ppt/slides/slide69.xml"/>
  <Override ContentType="application/vnd.openxmlformats-officedocument.presentationml.slide+xml" PartName="/ppt/slides/slide70.xml"/>
  <Override ContentType="application/vnd.openxmlformats-officedocument.presentationml.slide+xml" PartName="/ppt/slides/slide71.xml"/>
  <Override ContentType="application/vnd.openxmlformats-officedocument.presentationml.slide+xml" PartName="/ppt/slides/slide72.xml"/>
  <Override ContentType="application/vnd.openxmlformats-officedocument.presentationml.slide+xml" PartName="/ppt/slides/slide73.xml"/>
  <Override ContentType="application/vnd.openxmlformats-officedocument.presentationml.slide+xml" PartName="/ppt/slides/slide74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77.xml"/>
  <Override ContentType="application/vnd.openxmlformats-officedocument.presentationml.slide+xml" PartName="/ppt/slides/slide78.xml"/>
  <Override ContentType="application/vnd.openxmlformats-officedocument.presentationml.slide+xml" PartName="/ppt/slides/slide79.xml"/>
  <Override ContentType="application/vnd.openxmlformats-officedocument.presentationml.slide+xml" PartName="/ppt/slides/slide80.xml"/>
  <Override ContentType="application/vnd.openxmlformats-officedocument.presentationml.slide+xml" PartName="/ppt/slides/slide81.xml"/>
  <Override ContentType="application/vnd.openxmlformats-officedocument.presentationml.slide+xml" PartName="/ppt/slides/slide8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</p:sldIdLst>
  <p:sldSz cx="18288000" cy="10287000"/>
  <p:notesSz cx="6858000" cy="9144000"/>
  <p:embeddedFontLst>
    <p:embeddedFont>
      <p:font typeface="Open Sans Bold" charset="1" panose="020B0806030504020204"/>
      <p:regular r:id="rId8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slides/slide42.xml" Type="http://schemas.openxmlformats.org/officeDocument/2006/relationships/slide"/><Relationship Id="rId48" Target="slides/slide43.xml" Type="http://schemas.openxmlformats.org/officeDocument/2006/relationships/slide"/><Relationship Id="rId49" Target="slides/slide44.xml" Type="http://schemas.openxmlformats.org/officeDocument/2006/relationships/slide"/><Relationship Id="rId5" Target="tableStyles.xml" Type="http://schemas.openxmlformats.org/officeDocument/2006/relationships/tableStyles"/><Relationship Id="rId50" Target="slides/slide45.xml" Type="http://schemas.openxmlformats.org/officeDocument/2006/relationships/slide"/><Relationship Id="rId51" Target="slides/slide46.xml" Type="http://schemas.openxmlformats.org/officeDocument/2006/relationships/slide"/><Relationship Id="rId52" Target="slides/slide47.xml" Type="http://schemas.openxmlformats.org/officeDocument/2006/relationships/slide"/><Relationship Id="rId53" Target="slides/slide48.xml" Type="http://schemas.openxmlformats.org/officeDocument/2006/relationships/slide"/><Relationship Id="rId54" Target="slides/slide49.xml" Type="http://schemas.openxmlformats.org/officeDocument/2006/relationships/slide"/><Relationship Id="rId55" Target="slides/slide50.xml" Type="http://schemas.openxmlformats.org/officeDocument/2006/relationships/slide"/><Relationship Id="rId56" Target="slides/slide51.xml" Type="http://schemas.openxmlformats.org/officeDocument/2006/relationships/slide"/><Relationship Id="rId57" Target="slides/slide52.xml" Type="http://schemas.openxmlformats.org/officeDocument/2006/relationships/slide"/><Relationship Id="rId58" Target="slides/slide53.xml" Type="http://schemas.openxmlformats.org/officeDocument/2006/relationships/slide"/><Relationship Id="rId59" Target="slides/slide54.xml" Type="http://schemas.openxmlformats.org/officeDocument/2006/relationships/slide"/><Relationship Id="rId6" Target="slides/slide1.xml" Type="http://schemas.openxmlformats.org/officeDocument/2006/relationships/slide"/><Relationship Id="rId60" Target="slides/slide55.xml" Type="http://schemas.openxmlformats.org/officeDocument/2006/relationships/slide"/><Relationship Id="rId61" Target="slides/slide56.xml" Type="http://schemas.openxmlformats.org/officeDocument/2006/relationships/slide"/><Relationship Id="rId62" Target="slides/slide57.xml" Type="http://schemas.openxmlformats.org/officeDocument/2006/relationships/slide"/><Relationship Id="rId63" Target="slides/slide58.xml" Type="http://schemas.openxmlformats.org/officeDocument/2006/relationships/slide"/><Relationship Id="rId64" Target="slides/slide59.xml" Type="http://schemas.openxmlformats.org/officeDocument/2006/relationships/slide"/><Relationship Id="rId65" Target="slides/slide60.xml" Type="http://schemas.openxmlformats.org/officeDocument/2006/relationships/slide"/><Relationship Id="rId66" Target="slides/slide61.xml" Type="http://schemas.openxmlformats.org/officeDocument/2006/relationships/slide"/><Relationship Id="rId67" Target="slides/slide62.xml" Type="http://schemas.openxmlformats.org/officeDocument/2006/relationships/slide"/><Relationship Id="rId68" Target="slides/slide63.xml" Type="http://schemas.openxmlformats.org/officeDocument/2006/relationships/slide"/><Relationship Id="rId69" Target="slides/slide64.xml" Type="http://schemas.openxmlformats.org/officeDocument/2006/relationships/slide"/><Relationship Id="rId7" Target="slides/slide2.xml" Type="http://schemas.openxmlformats.org/officeDocument/2006/relationships/slide"/><Relationship Id="rId70" Target="slides/slide65.xml" Type="http://schemas.openxmlformats.org/officeDocument/2006/relationships/slide"/><Relationship Id="rId71" Target="slides/slide66.xml" Type="http://schemas.openxmlformats.org/officeDocument/2006/relationships/slide"/><Relationship Id="rId72" Target="slides/slide67.xml" Type="http://schemas.openxmlformats.org/officeDocument/2006/relationships/slide"/><Relationship Id="rId73" Target="slides/slide68.xml" Type="http://schemas.openxmlformats.org/officeDocument/2006/relationships/slide"/><Relationship Id="rId74" Target="slides/slide69.xml" Type="http://schemas.openxmlformats.org/officeDocument/2006/relationships/slide"/><Relationship Id="rId75" Target="slides/slide70.xml" Type="http://schemas.openxmlformats.org/officeDocument/2006/relationships/slide"/><Relationship Id="rId76" Target="slides/slide71.xml" Type="http://schemas.openxmlformats.org/officeDocument/2006/relationships/slide"/><Relationship Id="rId77" Target="slides/slide72.xml" Type="http://schemas.openxmlformats.org/officeDocument/2006/relationships/slide"/><Relationship Id="rId78" Target="slides/slide73.xml" Type="http://schemas.openxmlformats.org/officeDocument/2006/relationships/slide"/><Relationship Id="rId79" Target="slides/slide74.xml" Type="http://schemas.openxmlformats.org/officeDocument/2006/relationships/slide"/><Relationship Id="rId8" Target="slides/slide3.xml" Type="http://schemas.openxmlformats.org/officeDocument/2006/relationships/slide"/><Relationship Id="rId80" Target="slides/slide75.xml" Type="http://schemas.openxmlformats.org/officeDocument/2006/relationships/slide"/><Relationship Id="rId81" Target="slides/slide76.xml" Type="http://schemas.openxmlformats.org/officeDocument/2006/relationships/slide"/><Relationship Id="rId82" Target="slides/slide77.xml" Type="http://schemas.openxmlformats.org/officeDocument/2006/relationships/slide"/><Relationship Id="rId83" Target="slides/slide78.xml" Type="http://schemas.openxmlformats.org/officeDocument/2006/relationships/slide"/><Relationship Id="rId84" Target="slides/slide79.xml" Type="http://schemas.openxmlformats.org/officeDocument/2006/relationships/slide"/><Relationship Id="rId85" Target="slides/slide80.xml" Type="http://schemas.openxmlformats.org/officeDocument/2006/relationships/slide"/><Relationship Id="rId86" Target="slides/slide81.xml" Type="http://schemas.openxmlformats.org/officeDocument/2006/relationships/slide"/><Relationship Id="rId87" Target="slides/slide82.xml" Type="http://schemas.openxmlformats.org/officeDocument/2006/relationships/slide"/><Relationship Id="rId88" Target="fonts/font88.fntdata" Type="http://schemas.openxmlformats.org/officeDocument/2006/relationships/font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media/image1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media/image1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media/image12.png" Type="http://schemas.openxmlformats.org/officeDocument/2006/relationships/image"/><Relationship Id="rId8" Target="../media/image17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9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20.png" Type="http://schemas.openxmlformats.org/officeDocument/2006/relationships/image"/><Relationship Id="rId6" Target="../media/image21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22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23.png" Type="http://schemas.openxmlformats.org/officeDocument/2006/relationships/image"/><Relationship Id="rId6" Target="../media/image24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25.png" Type="http://schemas.openxmlformats.org/officeDocument/2006/relationships/image"/><Relationship Id="rId6" Target="../media/image26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27.png" Type="http://schemas.openxmlformats.org/officeDocument/2006/relationships/image"/><Relationship Id="rId6" Target="../media/image28.png" Type="http://schemas.openxmlformats.org/officeDocument/2006/relationships/image"/><Relationship Id="rId7" Target="../media/image29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30.png" Type="http://schemas.openxmlformats.org/officeDocument/2006/relationships/image"/><Relationship Id="rId6" Target="../media/image31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32.png" Type="http://schemas.openxmlformats.org/officeDocument/2006/relationships/image"/><Relationship Id="rId6" Target="../media/image33.png" Type="http://schemas.openxmlformats.org/officeDocument/2006/relationships/image"/><Relationship Id="rId7" Target="../media/image34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35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36.png" Type="http://schemas.openxmlformats.org/officeDocument/2006/relationships/image"/><Relationship Id="rId6" Target="../media/image37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38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30.png" Type="http://schemas.openxmlformats.org/officeDocument/2006/relationships/image"/><Relationship Id="rId6" Target="../media/image31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33.png" Type="http://schemas.openxmlformats.org/officeDocument/2006/relationships/image"/><Relationship Id="rId6" Target="../media/image32.png" Type="http://schemas.openxmlformats.org/officeDocument/2006/relationships/image"/><Relationship Id="rId7" Target="../media/image39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35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36.png" Type="http://schemas.openxmlformats.org/officeDocument/2006/relationships/image"/><Relationship Id="rId6" Target="../media/image37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0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30.png" Type="http://schemas.openxmlformats.org/officeDocument/2006/relationships/image"/><Relationship Id="rId6" Target="../media/image31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33.png" Type="http://schemas.openxmlformats.org/officeDocument/2006/relationships/image"/><Relationship Id="rId6" Target="../media/image32.png" Type="http://schemas.openxmlformats.org/officeDocument/2006/relationships/image"/><Relationship Id="rId7" Target="../media/image41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35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36.png" Type="http://schemas.openxmlformats.org/officeDocument/2006/relationships/image"/><Relationship Id="rId6" Target="../media/image37.pn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2.pn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30.png" Type="http://schemas.openxmlformats.org/officeDocument/2006/relationships/image"/><Relationship Id="rId6" Target="../media/image31.pn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33.png" Type="http://schemas.openxmlformats.org/officeDocument/2006/relationships/image"/><Relationship Id="rId6" Target="../media/image32.png" Type="http://schemas.openxmlformats.org/officeDocument/2006/relationships/image"/><Relationship Id="rId7" Target="../media/image43.pn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35.pn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36.png" Type="http://schemas.openxmlformats.org/officeDocument/2006/relationships/image"/><Relationship Id="rId6" Target="../media/image37.png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4.png" Type="http://schemas.openxmlformats.org/officeDocument/2006/relationships/image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5.png" Type="http://schemas.openxmlformats.org/officeDocument/2006/relationships/image"/><Relationship Id="rId6" Target="../media/image46.png" Type="http://schemas.openxmlformats.org/officeDocument/2006/relationships/image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/Relationships>
</file>

<file path=ppt/slides/_rels/slide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5.png" Type="http://schemas.openxmlformats.org/officeDocument/2006/relationships/image"/><Relationship Id="rId6" Target="../media/image47.png" Type="http://schemas.openxmlformats.org/officeDocument/2006/relationships/image"/></Relationships>
</file>

<file path=ppt/slides/_rels/slide4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/Relationships>
</file>

<file path=ppt/slides/_rels/slide4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media/image48.png" Type="http://schemas.openxmlformats.org/officeDocument/2006/relationships/image"/></Relationships>
</file>

<file path=ppt/slides/_rels/slide4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/Relationships>
</file>

<file path=ppt/slides/_rels/slide4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media/image49.png" Type="http://schemas.openxmlformats.org/officeDocument/2006/relationships/image"/></Relationships>
</file>

<file path=ppt/slides/_rels/slide4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/Relationships>
</file>

<file path=ppt/slides/_rels/slide4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media/image50.png" Type="http://schemas.openxmlformats.org/officeDocument/2006/relationships/image"/></Relationships>
</file>

<file path=ppt/slides/_rels/slide4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1.pn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/Relationships>
</file>

<file path=ppt/slides/_rels/slide5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.pn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51.png" Type="http://schemas.openxmlformats.org/officeDocument/2006/relationships/image"/></Relationships>
</file>

<file path=ppt/slides/_rels/slide5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3.png" Type="http://schemas.openxmlformats.org/officeDocument/2006/relationships/image"/></Relationships>
</file>

<file path=ppt/slides/_rels/slide5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Relationship Id="rId4" Target="../media/image1.pn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/Relationships>
</file>

<file path=ppt/slides/_rels/slide5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2.png" Type="http://schemas.openxmlformats.org/officeDocument/2006/relationships/imag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/Relationships>
</file>

<file path=ppt/slides/_rels/slide5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1.pn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/Relationships>
</file>

<file path=ppt/slides/_rels/slide5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53.png" Type="http://schemas.openxmlformats.org/officeDocument/2006/relationships/image"/><Relationship Id="rId5" Target="../media/image1.png" Type="http://schemas.openxmlformats.org/officeDocument/2006/relationships/image"/><Relationship Id="rId6" Target="../media/image2.png" Type="http://schemas.openxmlformats.org/officeDocument/2006/relationships/image"/><Relationship Id="rId7" Target="../media/image3.svg" Type="http://schemas.openxmlformats.org/officeDocument/2006/relationships/image"/></Relationships>
</file>

<file path=ppt/slides/_rels/slide5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/Relationships>
</file>

<file path=ppt/slides/_rels/slide5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Relationship Id="rId4" Target="../media/image1.pn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/Relationships>
</file>

<file path=ppt/slides/_rels/slide5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54.png" Type="http://schemas.openxmlformats.org/officeDocument/2006/relationships/image"/></Relationships>
</file>

<file path=ppt/slides/_rels/slide5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/Relationships>
</file>

<file path=ppt/slides/_rels/slide6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Relationship Id="rId4" Target="../media/image1.pn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/Relationships>
</file>

<file path=ppt/slides/_rels/slide6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55.png" Type="http://schemas.openxmlformats.org/officeDocument/2006/relationships/image"/></Relationships>
</file>

<file path=ppt/slides/_rels/slide6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/Relationships>
</file>

<file path=ppt/slides/_rels/slide6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Relationship Id="rId4" Target="../media/image1.pn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/Relationships>
</file>

<file path=ppt/slides/_rels/slide6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6.png" Type="http://schemas.openxmlformats.org/officeDocument/2006/relationships/imag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/Relationships>
</file>

<file path=ppt/slides/_rels/slide6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1.pn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/Relationships>
</file>

<file path=ppt/slides/_rels/slide6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media/image57.png" Type="http://schemas.openxmlformats.org/officeDocument/2006/relationships/image"/></Relationships>
</file>

<file path=ppt/slides/_rels/slide6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/Relationships>
</file>

<file path=ppt/slides/_rels/slide6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Relationship Id="rId4" Target="../media/image1.pn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/Relationships>
</file>

<file path=ppt/slides/_rels/slide6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58.png" Type="http://schemas.openxmlformats.org/officeDocument/2006/relationships/image"/></Relationships>
</file>

<file path=ppt/slides/_rels/slide7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1.pn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/Relationships>
</file>

<file path=ppt/slides/_rels/slide7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media/image59.png" Type="http://schemas.openxmlformats.org/officeDocument/2006/relationships/image"/></Relationships>
</file>

<file path=ppt/slides/_rels/slide7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/Relationships>
</file>

<file path=ppt/slides/_rels/slide7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Relationship Id="rId4" Target="../media/image1.pn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/Relationships>
</file>

<file path=ppt/slides/_rels/slide7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60.png" Type="http://schemas.openxmlformats.org/officeDocument/2006/relationships/image"/></Relationships>
</file>

<file path=ppt/slides/_rels/slide7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61.png" Type="http://schemas.openxmlformats.org/officeDocument/2006/relationships/image"/><Relationship Id="rId6" Target="../media/image62.png" Type="http://schemas.openxmlformats.org/officeDocument/2006/relationships/image"/></Relationships>
</file>

<file path=ppt/slides/_rels/slide7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3.png" Type="http://schemas.openxmlformats.org/officeDocument/2006/relationships/image"/><Relationship Id="rId3" Target="../media/image64.png" Type="http://schemas.openxmlformats.org/officeDocument/2006/relationships/image"/></Relationships>
</file>

<file path=ppt/slides/_rels/slide7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5.png" Type="http://schemas.openxmlformats.org/officeDocument/2006/relationships/image"/><Relationship Id="rId3" Target="../media/image66.png" Type="http://schemas.openxmlformats.org/officeDocument/2006/relationships/image"/></Relationships>
</file>

<file path=ppt/slides/_rels/slide7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7.png" Type="http://schemas.openxmlformats.org/officeDocument/2006/relationships/image"/><Relationship Id="rId3" Target="../media/image68.png" Type="http://schemas.openxmlformats.org/officeDocument/2006/relationships/image"/><Relationship Id="rId4" Target="../media/image69.png" Type="http://schemas.openxmlformats.org/officeDocument/2006/relationships/image"/><Relationship Id="rId5" Target="../media/image70.png" Type="http://schemas.openxmlformats.org/officeDocument/2006/relationships/image"/><Relationship Id="rId6" Target="../media/image71.png" Type="http://schemas.openxmlformats.org/officeDocument/2006/relationships/image"/></Relationships>
</file>

<file path=ppt/slides/_rels/slide7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2.png" Type="http://schemas.openxmlformats.org/officeDocument/2006/relationships/image"/><Relationship Id="rId3" Target="../media/image73.png" Type="http://schemas.openxmlformats.org/officeDocument/2006/relationships/image"/><Relationship Id="rId4" Target="../media/image74.png" Type="http://schemas.openxmlformats.org/officeDocument/2006/relationships/image"/><Relationship Id="rId5" Target="../media/image75.png" Type="http://schemas.openxmlformats.org/officeDocument/2006/relationships/image"/><Relationship Id="rId6" Target="../media/image76.png" Type="http://schemas.openxmlformats.org/officeDocument/2006/relationships/image"/><Relationship Id="rId7" Target="../media/image77.png" Type="http://schemas.openxmlformats.org/officeDocument/2006/relationships/image"/></Relationships>
</file>

<file path=ppt/slides/_rels/slide8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6.png" Type="http://schemas.openxmlformats.org/officeDocument/2006/relationships/image"/><Relationship Id="rId2" Target="../media/image78.png" Type="http://schemas.openxmlformats.org/officeDocument/2006/relationships/image"/><Relationship Id="rId3" Target="../media/image79.png" Type="http://schemas.openxmlformats.org/officeDocument/2006/relationships/image"/><Relationship Id="rId4" Target="../media/image80.png" Type="http://schemas.openxmlformats.org/officeDocument/2006/relationships/image"/><Relationship Id="rId5" Target="../media/image81.png" Type="http://schemas.openxmlformats.org/officeDocument/2006/relationships/image"/><Relationship Id="rId6" Target="../media/image82.png" Type="http://schemas.openxmlformats.org/officeDocument/2006/relationships/image"/><Relationship Id="rId7" Target="../media/image83.png" Type="http://schemas.openxmlformats.org/officeDocument/2006/relationships/image"/><Relationship Id="rId8" Target="../media/image84.png" Type="http://schemas.openxmlformats.org/officeDocument/2006/relationships/image"/><Relationship Id="rId9" Target="../media/image85.png" Type="http://schemas.openxmlformats.org/officeDocument/2006/relationships/image"/></Relationships>
</file>

<file path=ppt/slides/_rels/slide8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7.png" Type="http://schemas.openxmlformats.org/officeDocument/2006/relationships/image"/><Relationship Id="rId3" Target="../media/image88.png" Type="http://schemas.openxmlformats.org/officeDocument/2006/relationships/image"/><Relationship Id="rId4" Target="../media/image89.png" Type="http://schemas.openxmlformats.org/officeDocument/2006/relationships/image"/><Relationship Id="rId5" Target="../media/image90.png" Type="http://schemas.openxmlformats.org/officeDocument/2006/relationships/image"/></Relationships>
</file>

<file path=ppt/slides/_rels/slide8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1.png" Type="http://schemas.openxmlformats.org/officeDocument/2006/relationships/image"/><Relationship Id="rId3" Target="../media/image9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7297" y="551509"/>
            <a:ext cx="3226014" cy="9183981"/>
            <a:chOff x="0" y="0"/>
            <a:chExt cx="4301351" cy="122453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8723577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5823245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2900332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304720" y="9673091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04720" y="6694328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304720" y="371825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304720" y="74218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70"/>
                  </a:lnTo>
                  <a:lnTo>
                    <a:pt x="0" y="1960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358934" y="9968589"/>
              <a:ext cx="2548104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X = 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358934" y="6941615"/>
              <a:ext cx="2548104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Y = 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358934" y="3914019"/>
              <a:ext cx="2548104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Z = 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358934" y="886423"/>
              <a:ext cx="2548104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 = 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3701181" y="2743885"/>
            <a:ext cx="14972118" cy="1339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26"/>
              </a:lnSpc>
            </a:pPr>
            <a:r>
              <a:rPr lang="en-US" sz="7804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Exemplos de Notação RPN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683621" y="7074025"/>
            <a:ext cx="9705060" cy="2661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82"/>
              </a:lnSpc>
            </a:pPr>
            <a:r>
              <a:rPr lang="en-US" sz="5058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Erick Joshua Revollo</a:t>
            </a:r>
          </a:p>
          <a:p>
            <a:pPr algn="ctr">
              <a:lnSpc>
                <a:spcPts val="7082"/>
              </a:lnSpc>
            </a:pPr>
            <a:r>
              <a:rPr lang="en-US" sz="5058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Gabriel Xavier de Almeida </a:t>
            </a:r>
          </a:p>
          <a:p>
            <a:pPr algn="ctr">
              <a:lnSpc>
                <a:spcPts val="7082"/>
              </a:lnSpc>
            </a:pPr>
            <a:r>
              <a:rPr lang="en-US" sz="5058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Marcelo Enrique Korin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7297" y="551509"/>
            <a:ext cx="3226014" cy="9183981"/>
            <a:chOff x="0" y="0"/>
            <a:chExt cx="4301351" cy="122453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8723577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5823245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2900332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304720" y="9673091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04720" y="6694328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304720" y="371825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304720" y="74218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70"/>
                  </a:lnTo>
                  <a:lnTo>
                    <a:pt x="0" y="1960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358934" y="9968589"/>
              <a:ext cx="2548104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X = 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358934" y="6941615"/>
              <a:ext cx="2548104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Y = 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358934" y="3914019"/>
              <a:ext cx="2548104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Z = 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358934" y="886423"/>
              <a:ext cx="2548104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 = 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4646016" y="3471861"/>
            <a:ext cx="13416852" cy="2832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40"/>
              </a:lnSpc>
            </a:pPr>
            <a:r>
              <a:rPr lang="en-US" sz="81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Exemplo: </a:t>
            </a:r>
          </a:p>
          <a:p>
            <a:pPr algn="ctr">
              <a:lnSpc>
                <a:spcPts val="11340"/>
              </a:lnSpc>
            </a:pPr>
            <a:r>
              <a:rPr lang="en-US" sz="81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10 2 + 5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6469440" y="8171123"/>
            <a:ext cx="8463768" cy="764499"/>
          </a:xfrm>
          <a:custGeom>
            <a:avLst/>
            <a:gdLst/>
            <a:ahLst/>
            <a:cxnLst/>
            <a:rect r="r" b="b" t="t" l="l"/>
            <a:pathLst>
              <a:path h="764499" w="8463768">
                <a:moveTo>
                  <a:pt x="0" y="0"/>
                </a:moveTo>
                <a:lnTo>
                  <a:pt x="8463768" y="0"/>
                </a:lnTo>
                <a:lnTo>
                  <a:pt x="8463768" y="764499"/>
                </a:lnTo>
                <a:lnTo>
                  <a:pt x="0" y="7644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798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3145804" y="389584"/>
            <a:ext cx="15539941" cy="2832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40"/>
              </a:lnSpc>
            </a:pPr>
            <a:r>
              <a:rPr lang="en-US" sz="81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Entrada de Notação RPN Inválida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301135" y="6969439"/>
            <a:ext cx="1669656" cy="792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11"/>
              </a:lnSpc>
            </a:pPr>
            <a:r>
              <a:rPr lang="en-US" sz="457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IDE: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7297" y="551509"/>
            <a:ext cx="3226014" cy="9183981"/>
            <a:chOff x="0" y="0"/>
            <a:chExt cx="4301351" cy="122453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8723577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5823245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2900332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304720" y="9673091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04720" y="6694328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304720" y="371825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304720" y="74218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70"/>
                  </a:lnTo>
                  <a:lnTo>
                    <a:pt x="0" y="1960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358934" y="9968589"/>
              <a:ext cx="3637697" cy="13511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X = 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358934" y="6941615"/>
              <a:ext cx="2548104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Y = 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358934" y="3914019"/>
              <a:ext cx="2548104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Z = 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358934" y="886423"/>
              <a:ext cx="2548104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 = 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6941493" y="3209996"/>
            <a:ext cx="6974936" cy="3867008"/>
          </a:xfrm>
          <a:custGeom>
            <a:avLst/>
            <a:gdLst/>
            <a:ahLst/>
            <a:cxnLst/>
            <a:rect r="r" b="b" t="t" l="l"/>
            <a:pathLst>
              <a:path h="3867008" w="6974936">
                <a:moveTo>
                  <a:pt x="0" y="0"/>
                </a:moveTo>
                <a:lnTo>
                  <a:pt x="6974936" y="0"/>
                </a:lnTo>
                <a:lnTo>
                  <a:pt x="6974936" y="3867008"/>
                </a:lnTo>
                <a:lnTo>
                  <a:pt x="0" y="38670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6436661" y="8768259"/>
            <a:ext cx="9030639" cy="559750"/>
          </a:xfrm>
          <a:custGeom>
            <a:avLst/>
            <a:gdLst/>
            <a:ahLst/>
            <a:cxnLst/>
            <a:rect r="r" b="b" t="t" l="l"/>
            <a:pathLst>
              <a:path h="559750" w="9030639">
                <a:moveTo>
                  <a:pt x="0" y="0"/>
                </a:moveTo>
                <a:lnTo>
                  <a:pt x="9030638" y="0"/>
                </a:lnTo>
                <a:lnTo>
                  <a:pt x="9030638" y="559750"/>
                </a:lnTo>
                <a:lnTo>
                  <a:pt x="0" y="5597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3145804" y="389584"/>
            <a:ext cx="16154639" cy="1394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40"/>
              </a:lnSpc>
            </a:pPr>
            <a:r>
              <a:rPr lang="en-US" sz="81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1° Passo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297070" y="1843592"/>
            <a:ext cx="6559536" cy="874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73"/>
              </a:lnSpc>
            </a:pPr>
            <a:r>
              <a:rPr lang="en-US" sz="5124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Exemplo: 10 2 + 5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933910" y="8604454"/>
            <a:ext cx="1669656" cy="792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11"/>
              </a:lnSpc>
            </a:pPr>
            <a:r>
              <a:rPr lang="en-US" sz="457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IDE: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34312" y="551509"/>
            <a:ext cx="3226014" cy="9183981"/>
            <a:chOff x="0" y="0"/>
            <a:chExt cx="4301351" cy="122453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8723577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5823245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2900332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304720" y="9673091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04720" y="6694328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304720" y="371825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304720" y="74218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70"/>
                  </a:lnTo>
                  <a:lnTo>
                    <a:pt x="0" y="1960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703512" y="7999376"/>
            <a:ext cx="2616106" cy="1041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64"/>
              </a:lnSpc>
              <a:spcBef>
                <a:spcPct val="0"/>
              </a:spcBef>
            </a:pPr>
            <a:r>
              <a:rPr lang="en-US" b="true" sz="611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X = 10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03512" y="5729145"/>
            <a:ext cx="2616106" cy="1041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64"/>
              </a:lnSpc>
              <a:spcBef>
                <a:spcPct val="0"/>
              </a:spcBef>
            </a:pPr>
            <a:r>
              <a:rPr lang="en-US" b="true" sz="611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Y =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03512" y="3458448"/>
            <a:ext cx="2616106" cy="1041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64"/>
              </a:lnSpc>
              <a:spcBef>
                <a:spcPct val="0"/>
              </a:spcBef>
            </a:pPr>
            <a:r>
              <a:rPr lang="en-US" b="true" sz="611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Z =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03512" y="1187751"/>
            <a:ext cx="2616106" cy="1041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64"/>
              </a:lnSpc>
              <a:spcBef>
                <a:spcPct val="0"/>
              </a:spcBef>
            </a:pPr>
            <a:r>
              <a:rPr lang="en-US" b="true" sz="611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 =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145804" y="389584"/>
            <a:ext cx="16154639" cy="1394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40"/>
              </a:lnSpc>
            </a:pPr>
            <a:r>
              <a:rPr lang="en-US" sz="81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2° Passo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5489315" y="1913996"/>
            <a:ext cx="8851856" cy="2217584"/>
          </a:xfrm>
          <a:custGeom>
            <a:avLst/>
            <a:gdLst/>
            <a:ahLst/>
            <a:cxnLst/>
            <a:rect r="r" b="b" t="t" l="l"/>
            <a:pathLst>
              <a:path h="2217584" w="8851856">
                <a:moveTo>
                  <a:pt x="0" y="0"/>
                </a:moveTo>
                <a:lnTo>
                  <a:pt x="8851856" y="0"/>
                </a:lnTo>
                <a:lnTo>
                  <a:pt x="8851856" y="2217584"/>
                </a:lnTo>
                <a:lnTo>
                  <a:pt x="0" y="22175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6908579" y="4131580"/>
            <a:ext cx="6013329" cy="5603911"/>
          </a:xfrm>
          <a:custGeom>
            <a:avLst/>
            <a:gdLst/>
            <a:ahLst/>
            <a:cxnLst/>
            <a:rect r="r" b="b" t="t" l="l"/>
            <a:pathLst>
              <a:path h="5603911" w="6013329">
                <a:moveTo>
                  <a:pt x="0" y="0"/>
                </a:moveTo>
                <a:lnTo>
                  <a:pt x="6013329" y="0"/>
                </a:lnTo>
                <a:lnTo>
                  <a:pt x="6013329" y="5603911"/>
                </a:lnTo>
                <a:lnTo>
                  <a:pt x="0" y="560391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34312" y="551509"/>
            <a:ext cx="3226014" cy="9183981"/>
            <a:chOff x="0" y="0"/>
            <a:chExt cx="4301351" cy="122453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8723577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5823245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2900332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304720" y="9673091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04720" y="6694328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304720" y="371825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304720" y="74218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70"/>
                  </a:lnTo>
                  <a:lnTo>
                    <a:pt x="0" y="1960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2370024" y="1951569"/>
            <a:ext cx="6559536" cy="728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37"/>
              </a:lnSpc>
            </a:pPr>
            <a:r>
              <a:rPr lang="en-US" sz="4312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Exemplo: 10 2 + 5</a:t>
            </a:r>
          </a:p>
        </p:txBody>
      </p:sp>
      <p:sp>
        <p:nvSpPr>
          <p:cNvPr name="AutoShape 12" id="12"/>
          <p:cNvSpPr/>
          <p:nvPr/>
        </p:nvSpPr>
        <p:spPr>
          <a:xfrm>
            <a:off x="16152334" y="2816984"/>
            <a:ext cx="362172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5545653" y="2069522"/>
            <a:ext cx="7417254" cy="2742136"/>
          </a:xfrm>
          <a:custGeom>
            <a:avLst/>
            <a:gdLst/>
            <a:ahLst/>
            <a:cxnLst/>
            <a:rect r="r" b="b" t="t" l="l"/>
            <a:pathLst>
              <a:path h="2742136" w="7417254">
                <a:moveTo>
                  <a:pt x="0" y="0"/>
                </a:moveTo>
                <a:lnTo>
                  <a:pt x="7417254" y="0"/>
                </a:lnTo>
                <a:lnTo>
                  <a:pt x="7417254" y="2742137"/>
                </a:lnTo>
                <a:lnTo>
                  <a:pt x="0" y="27421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5181909" y="5278384"/>
            <a:ext cx="8144743" cy="4200299"/>
          </a:xfrm>
          <a:custGeom>
            <a:avLst/>
            <a:gdLst/>
            <a:ahLst/>
            <a:cxnLst/>
            <a:rect r="r" b="b" t="t" l="l"/>
            <a:pathLst>
              <a:path h="4200299" w="8144743">
                <a:moveTo>
                  <a:pt x="0" y="0"/>
                </a:moveTo>
                <a:lnTo>
                  <a:pt x="8144742" y="0"/>
                </a:lnTo>
                <a:lnTo>
                  <a:pt x="8144742" y="4200299"/>
                </a:lnTo>
                <a:lnTo>
                  <a:pt x="0" y="420029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4091185" y="5143500"/>
            <a:ext cx="3117213" cy="2874313"/>
          </a:xfrm>
          <a:custGeom>
            <a:avLst/>
            <a:gdLst/>
            <a:ahLst/>
            <a:cxnLst/>
            <a:rect r="r" b="b" t="t" l="l"/>
            <a:pathLst>
              <a:path h="2874313" w="3117213">
                <a:moveTo>
                  <a:pt x="0" y="0"/>
                </a:moveTo>
                <a:lnTo>
                  <a:pt x="3117213" y="0"/>
                </a:lnTo>
                <a:lnTo>
                  <a:pt x="3117213" y="2874313"/>
                </a:lnTo>
                <a:lnTo>
                  <a:pt x="0" y="287431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703512" y="7999376"/>
            <a:ext cx="2616106" cy="1041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64"/>
              </a:lnSpc>
              <a:spcBef>
                <a:spcPct val="0"/>
              </a:spcBef>
            </a:pPr>
            <a:r>
              <a:rPr lang="en-US" b="true" sz="611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X = 10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03512" y="5729145"/>
            <a:ext cx="2616106" cy="1041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64"/>
              </a:lnSpc>
              <a:spcBef>
                <a:spcPct val="0"/>
              </a:spcBef>
            </a:pPr>
            <a:r>
              <a:rPr lang="en-US" b="true" sz="611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Y =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703512" y="3458448"/>
            <a:ext cx="2616106" cy="1041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64"/>
              </a:lnSpc>
              <a:spcBef>
                <a:spcPct val="0"/>
              </a:spcBef>
            </a:pPr>
            <a:r>
              <a:rPr lang="en-US" b="true" sz="611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Z =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703512" y="1187751"/>
            <a:ext cx="2616106" cy="1041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64"/>
              </a:lnSpc>
              <a:spcBef>
                <a:spcPct val="0"/>
              </a:spcBef>
            </a:pPr>
            <a:r>
              <a:rPr lang="en-US" b="true" sz="611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 =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980136" y="4433745"/>
            <a:ext cx="1669656" cy="637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91"/>
              </a:lnSpc>
            </a:pPr>
            <a:r>
              <a:rPr lang="en-US" sz="377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IDE: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145804" y="389584"/>
            <a:ext cx="16154639" cy="1394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40"/>
              </a:lnSpc>
            </a:pPr>
            <a:r>
              <a:rPr lang="en-US" sz="81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2° Passo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34312" y="551509"/>
            <a:ext cx="3226014" cy="9183981"/>
            <a:chOff x="0" y="0"/>
            <a:chExt cx="4301351" cy="122453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8723577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5823245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2900332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304720" y="9673091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04720" y="6694328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304720" y="371825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304720" y="74218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70"/>
                  </a:lnTo>
                  <a:lnTo>
                    <a:pt x="0" y="1960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703512" y="7999376"/>
            <a:ext cx="2616106" cy="1041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64"/>
              </a:lnSpc>
              <a:spcBef>
                <a:spcPct val="0"/>
              </a:spcBef>
            </a:pPr>
            <a:r>
              <a:rPr lang="en-US" b="true" sz="611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X = 10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03512" y="5729145"/>
            <a:ext cx="2616106" cy="1041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64"/>
              </a:lnSpc>
              <a:spcBef>
                <a:spcPct val="0"/>
              </a:spcBef>
            </a:pPr>
            <a:r>
              <a:rPr lang="en-US" b="true" sz="611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Y = 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03512" y="3458448"/>
            <a:ext cx="2616106" cy="1041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64"/>
              </a:lnSpc>
              <a:spcBef>
                <a:spcPct val="0"/>
              </a:spcBef>
            </a:pPr>
            <a:r>
              <a:rPr lang="en-US" b="true" sz="611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Z =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03512" y="1187751"/>
            <a:ext cx="2616106" cy="1041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64"/>
              </a:lnSpc>
              <a:spcBef>
                <a:spcPct val="0"/>
              </a:spcBef>
            </a:pPr>
            <a:r>
              <a:rPr lang="en-US" b="true" sz="611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 =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145804" y="389584"/>
            <a:ext cx="16154639" cy="1394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40"/>
              </a:lnSpc>
            </a:pPr>
            <a:r>
              <a:rPr lang="en-US" sz="81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3° Passo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5489315" y="1913996"/>
            <a:ext cx="8851856" cy="2217584"/>
          </a:xfrm>
          <a:custGeom>
            <a:avLst/>
            <a:gdLst/>
            <a:ahLst/>
            <a:cxnLst/>
            <a:rect r="r" b="b" t="t" l="l"/>
            <a:pathLst>
              <a:path h="2217584" w="8851856">
                <a:moveTo>
                  <a:pt x="0" y="0"/>
                </a:moveTo>
                <a:lnTo>
                  <a:pt x="8851856" y="0"/>
                </a:lnTo>
                <a:lnTo>
                  <a:pt x="8851856" y="2217584"/>
                </a:lnTo>
                <a:lnTo>
                  <a:pt x="0" y="22175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6908579" y="4131580"/>
            <a:ext cx="6013329" cy="5603911"/>
          </a:xfrm>
          <a:custGeom>
            <a:avLst/>
            <a:gdLst/>
            <a:ahLst/>
            <a:cxnLst/>
            <a:rect r="r" b="b" t="t" l="l"/>
            <a:pathLst>
              <a:path h="5603911" w="6013329">
                <a:moveTo>
                  <a:pt x="0" y="0"/>
                </a:moveTo>
                <a:lnTo>
                  <a:pt x="6013329" y="0"/>
                </a:lnTo>
                <a:lnTo>
                  <a:pt x="6013329" y="5603911"/>
                </a:lnTo>
                <a:lnTo>
                  <a:pt x="0" y="560391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34312" y="551509"/>
            <a:ext cx="3226014" cy="9183981"/>
            <a:chOff x="0" y="0"/>
            <a:chExt cx="4301351" cy="122453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8723577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5823245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2900332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304720" y="9673091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04720" y="6694328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304720" y="371825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304720" y="74218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70"/>
                  </a:lnTo>
                  <a:lnTo>
                    <a:pt x="0" y="1960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2370024" y="1951569"/>
            <a:ext cx="6559536" cy="728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37"/>
              </a:lnSpc>
            </a:pPr>
            <a:r>
              <a:rPr lang="en-US" sz="4312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Exemplo: 10 2 + 5</a:t>
            </a:r>
          </a:p>
        </p:txBody>
      </p:sp>
      <p:sp>
        <p:nvSpPr>
          <p:cNvPr name="AutoShape 12" id="12"/>
          <p:cNvSpPr/>
          <p:nvPr/>
        </p:nvSpPr>
        <p:spPr>
          <a:xfrm>
            <a:off x="16735991" y="2689760"/>
            <a:ext cx="362172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5545653" y="2069522"/>
            <a:ext cx="7417254" cy="2742136"/>
          </a:xfrm>
          <a:custGeom>
            <a:avLst/>
            <a:gdLst/>
            <a:ahLst/>
            <a:cxnLst/>
            <a:rect r="r" b="b" t="t" l="l"/>
            <a:pathLst>
              <a:path h="2742136" w="7417254">
                <a:moveTo>
                  <a:pt x="0" y="0"/>
                </a:moveTo>
                <a:lnTo>
                  <a:pt x="7417254" y="0"/>
                </a:lnTo>
                <a:lnTo>
                  <a:pt x="7417254" y="2742137"/>
                </a:lnTo>
                <a:lnTo>
                  <a:pt x="0" y="27421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5181909" y="5278384"/>
            <a:ext cx="8144743" cy="4200299"/>
          </a:xfrm>
          <a:custGeom>
            <a:avLst/>
            <a:gdLst/>
            <a:ahLst/>
            <a:cxnLst/>
            <a:rect r="r" b="b" t="t" l="l"/>
            <a:pathLst>
              <a:path h="4200299" w="8144743">
                <a:moveTo>
                  <a:pt x="0" y="0"/>
                </a:moveTo>
                <a:lnTo>
                  <a:pt x="8144742" y="0"/>
                </a:lnTo>
                <a:lnTo>
                  <a:pt x="8144742" y="4200299"/>
                </a:lnTo>
                <a:lnTo>
                  <a:pt x="0" y="420029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4193426" y="5433243"/>
            <a:ext cx="2668343" cy="3465381"/>
          </a:xfrm>
          <a:custGeom>
            <a:avLst/>
            <a:gdLst/>
            <a:ahLst/>
            <a:cxnLst/>
            <a:rect r="r" b="b" t="t" l="l"/>
            <a:pathLst>
              <a:path h="3465381" w="2668343">
                <a:moveTo>
                  <a:pt x="0" y="0"/>
                </a:moveTo>
                <a:lnTo>
                  <a:pt x="2668344" y="0"/>
                </a:lnTo>
                <a:lnTo>
                  <a:pt x="2668344" y="3465381"/>
                </a:lnTo>
                <a:lnTo>
                  <a:pt x="0" y="346538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703512" y="7999376"/>
            <a:ext cx="2616106" cy="1041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64"/>
              </a:lnSpc>
              <a:spcBef>
                <a:spcPct val="0"/>
              </a:spcBef>
            </a:pPr>
            <a:r>
              <a:rPr lang="en-US" b="true" sz="611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X = 10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03512" y="5729145"/>
            <a:ext cx="2616106" cy="1041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64"/>
              </a:lnSpc>
              <a:spcBef>
                <a:spcPct val="0"/>
              </a:spcBef>
            </a:pPr>
            <a:r>
              <a:rPr lang="en-US" b="true" sz="611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Y = 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703512" y="3458448"/>
            <a:ext cx="2616106" cy="1041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64"/>
              </a:lnSpc>
              <a:spcBef>
                <a:spcPct val="0"/>
              </a:spcBef>
            </a:pPr>
            <a:r>
              <a:rPr lang="en-US" b="true" sz="611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Z =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703512" y="1187751"/>
            <a:ext cx="2616106" cy="1041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64"/>
              </a:lnSpc>
              <a:spcBef>
                <a:spcPct val="0"/>
              </a:spcBef>
            </a:pPr>
            <a:r>
              <a:rPr lang="en-US" b="true" sz="611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 =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980136" y="4433745"/>
            <a:ext cx="1669656" cy="637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91"/>
              </a:lnSpc>
            </a:pPr>
            <a:r>
              <a:rPr lang="en-US" sz="377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IDE: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145804" y="389584"/>
            <a:ext cx="16154639" cy="1394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40"/>
              </a:lnSpc>
            </a:pPr>
            <a:r>
              <a:rPr lang="en-US" sz="81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3° Passo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34312" y="551509"/>
            <a:ext cx="3226014" cy="9183981"/>
            <a:chOff x="0" y="0"/>
            <a:chExt cx="4301351" cy="122453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8723577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5823245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2900332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304720" y="9673091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04720" y="6694328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304720" y="371825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304720" y="74218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70"/>
                  </a:lnTo>
                  <a:lnTo>
                    <a:pt x="0" y="1960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703512" y="7999376"/>
            <a:ext cx="2616106" cy="1041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64"/>
              </a:lnSpc>
              <a:spcBef>
                <a:spcPct val="0"/>
              </a:spcBef>
            </a:pPr>
            <a:r>
              <a:rPr lang="en-US" b="true" sz="611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X = 12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03512" y="5729145"/>
            <a:ext cx="2616106" cy="1041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64"/>
              </a:lnSpc>
              <a:spcBef>
                <a:spcPct val="0"/>
              </a:spcBef>
            </a:pPr>
            <a:r>
              <a:rPr lang="en-US" b="true" sz="611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Y =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03512" y="3458448"/>
            <a:ext cx="2616106" cy="1041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64"/>
              </a:lnSpc>
              <a:spcBef>
                <a:spcPct val="0"/>
              </a:spcBef>
            </a:pPr>
            <a:r>
              <a:rPr lang="en-US" b="true" sz="611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Z =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03512" y="1187751"/>
            <a:ext cx="2616106" cy="1041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64"/>
              </a:lnSpc>
              <a:spcBef>
                <a:spcPct val="0"/>
              </a:spcBef>
            </a:pPr>
            <a:r>
              <a:rPr lang="en-US" b="true" sz="611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 =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145804" y="389584"/>
            <a:ext cx="16154639" cy="1394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40"/>
              </a:lnSpc>
            </a:pPr>
            <a:r>
              <a:rPr lang="en-US" sz="81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4° Passo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7215276" y="2731311"/>
            <a:ext cx="6776501" cy="6453811"/>
          </a:xfrm>
          <a:custGeom>
            <a:avLst/>
            <a:gdLst/>
            <a:ahLst/>
            <a:cxnLst/>
            <a:rect r="r" b="b" t="t" l="l"/>
            <a:pathLst>
              <a:path h="6453811" w="6776501">
                <a:moveTo>
                  <a:pt x="0" y="0"/>
                </a:moveTo>
                <a:lnTo>
                  <a:pt x="6776501" y="0"/>
                </a:lnTo>
                <a:lnTo>
                  <a:pt x="6776501" y="6453810"/>
                </a:lnTo>
                <a:lnTo>
                  <a:pt x="0" y="64538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2458515" y="1942044"/>
            <a:ext cx="6559536" cy="728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37"/>
              </a:lnSpc>
            </a:pPr>
            <a:r>
              <a:rPr lang="en-US" sz="4312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Exemplo: 10 2 + 5</a:t>
            </a:r>
          </a:p>
        </p:txBody>
      </p:sp>
      <p:sp>
        <p:nvSpPr>
          <p:cNvPr name="AutoShape 18" id="18"/>
          <p:cNvSpPr/>
          <p:nvPr/>
        </p:nvSpPr>
        <p:spPr>
          <a:xfrm>
            <a:off x="17259300" y="2670710"/>
            <a:ext cx="362172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34312" y="551509"/>
            <a:ext cx="3226014" cy="9183981"/>
            <a:chOff x="0" y="0"/>
            <a:chExt cx="4301351" cy="122453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8723577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5823245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2900332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304720" y="9673091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04720" y="6694328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304720" y="371825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304720" y="74218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70"/>
                  </a:lnTo>
                  <a:lnTo>
                    <a:pt x="0" y="1960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703512" y="7999376"/>
            <a:ext cx="2616106" cy="1041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64"/>
              </a:lnSpc>
              <a:spcBef>
                <a:spcPct val="0"/>
              </a:spcBef>
            </a:pPr>
            <a:r>
              <a:rPr lang="en-US" b="true" sz="611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X = 12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03512" y="5729145"/>
            <a:ext cx="2616106" cy="1041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64"/>
              </a:lnSpc>
              <a:spcBef>
                <a:spcPct val="0"/>
              </a:spcBef>
            </a:pPr>
            <a:r>
              <a:rPr lang="en-US" b="true" sz="611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Y =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03512" y="3458448"/>
            <a:ext cx="2616106" cy="1041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64"/>
              </a:lnSpc>
              <a:spcBef>
                <a:spcPct val="0"/>
              </a:spcBef>
            </a:pPr>
            <a:r>
              <a:rPr lang="en-US" b="true" sz="611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Z =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03512" y="1187751"/>
            <a:ext cx="2616106" cy="1041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64"/>
              </a:lnSpc>
              <a:spcBef>
                <a:spcPct val="0"/>
              </a:spcBef>
            </a:pPr>
            <a:r>
              <a:rPr lang="en-US" b="true" sz="611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 =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145804" y="389584"/>
            <a:ext cx="16154639" cy="1394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40"/>
              </a:lnSpc>
            </a:pPr>
            <a:r>
              <a:rPr lang="en-US" sz="81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4° Passo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458515" y="1942044"/>
            <a:ext cx="6559536" cy="728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37"/>
              </a:lnSpc>
            </a:pPr>
            <a:r>
              <a:rPr lang="en-US" sz="4312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Exemplo: 10 2 + 5</a:t>
            </a:r>
          </a:p>
        </p:txBody>
      </p:sp>
      <p:sp>
        <p:nvSpPr>
          <p:cNvPr name="AutoShape 17" id="17"/>
          <p:cNvSpPr/>
          <p:nvPr/>
        </p:nvSpPr>
        <p:spPr>
          <a:xfrm>
            <a:off x="17259300" y="2670710"/>
            <a:ext cx="362172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8" id="18"/>
          <p:cNvSpPr/>
          <p:nvPr/>
        </p:nvSpPr>
        <p:spPr>
          <a:xfrm flipH="false" flipV="false" rot="0">
            <a:off x="4968808" y="1701713"/>
            <a:ext cx="5679006" cy="4663872"/>
          </a:xfrm>
          <a:custGeom>
            <a:avLst/>
            <a:gdLst/>
            <a:ahLst/>
            <a:cxnLst/>
            <a:rect r="r" b="b" t="t" l="l"/>
            <a:pathLst>
              <a:path h="4663872" w="5679006">
                <a:moveTo>
                  <a:pt x="0" y="0"/>
                </a:moveTo>
                <a:lnTo>
                  <a:pt x="5679006" y="0"/>
                </a:lnTo>
                <a:lnTo>
                  <a:pt x="5679006" y="4663871"/>
                </a:lnTo>
                <a:lnTo>
                  <a:pt x="0" y="46638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1906537" y="4033648"/>
            <a:ext cx="5570902" cy="5701842"/>
          </a:xfrm>
          <a:custGeom>
            <a:avLst/>
            <a:gdLst/>
            <a:ahLst/>
            <a:cxnLst/>
            <a:rect r="r" b="b" t="t" l="l"/>
            <a:pathLst>
              <a:path h="5701842" w="5570902">
                <a:moveTo>
                  <a:pt x="0" y="0"/>
                </a:moveTo>
                <a:lnTo>
                  <a:pt x="5570902" y="0"/>
                </a:lnTo>
                <a:lnTo>
                  <a:pt x="5570902" y="5701843"/>
                </a:lnTo>
                <a:lnTo>
                  <a:pt x="0" y="57018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AutoShape 20" id="20"/>
          <p:cNvSpPr/>
          <p:nvPr/>
        </p:nvSpPr>
        <p:spPr>
          <a:xfrm flipV="true">
            <a:off x="10947930" y="4493328"/>
            <a:ext cx="789740" cy="163967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34312" y="551509"/>
            <a:ext cx="3226014" cy="9183981"/>
            <a:chOff x="0" y="0"/>
            <a:chExt cx="4301351" cy="122453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8723577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5823245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2900332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304720" y="9673091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04720" y="6694328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304720" y="371825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304720" y="74218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70"/>
                  </a:lnTo>
                  <a:lnTo>
                    <a:pt x="0" y="1960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2458515" y="1942044"/>
            <a:ext cx="6559536" cy="728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37"/>
              </a:lnSpc>
            </a:pPr>
            <a:r>
              <a:rPr lang="en-US" sz="4312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Exemplo: 10 2 + 5</a:t>
            </a:r>
          </a:p>
        </p:txBody>
      </p:sp>
      <p:sp>
        <p:nvSpPr>
          <p:cNvPr name="AutoShape 12" id="12"/>
          <p:cNvSpPr/>
          <p:nvPr/>
        </p:nvSpPr>
        <p:spPr>
          <a:xfrm>
            <a:off x="17259300" y="2670710"/>
            <a:ext cx="362172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9463453" y="5143500"/>
            <a:ext cx="2640700" cy="3617397"/>
          </a:xfrm>
          <a:custGeom>
            <a:avLst/>
            <a:gdLst/>
            <a:ahLst/>
            <a:cxnLst/>
            <a:rect r="r" b="b" t="t" l="l"/>
            <a:pathLst>
              <a:path h="3617397" w="2640700">
                <a:moveTo>
                  <a:pt x="0" y="0"/>
                </a:moveTo>
                <a:lnTo>
                  <a:pt x="2640700" y="0"/>
                </a:lnTo>
                <a:lnTo>
                  <a:pt x="2640700" y="3617397"/>
                </a:lnTo>
                <a:lnTo>
                  <a:pt x="0" y="36173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703512" y="7999376"/>
            <a:ext cx="2616106" cy="1041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64"/>
              </a:lnSpc>
              <a:spcBef>
                <a:spcPct val="0"/>
              </a:spcBef>
            </a:pPr>
            <a:r>
              <a:rPr lang="en-US" b="true" sz="611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X = 12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03512" y="5729145"/>
            <a:ext cx="2616106" cy="1041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64"/>
              </a:lnSpc>
              <a:spcBef>
                <a:spcPct val="0"/>
              </a:spcBef>
            </a:pPr>
            <a:r>
              <a:rPr lang="en-US" b="true" sz="611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Y =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03512" y="3458448"/>
            <a:ext cx="2616106" cy="1041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64"/>
              </a:lnSpc>
              <a:spcBef>
                <a:spcPct val="0"/>
              </a:spcBef>
            </a:pPr>
            <a:r>
              <a:rPr lang="en-US" b="true" sz="611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Z =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03512" y="1187751"/>
            <a:ext cx="2616106" cy="1041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64"/>
              </a:lnSpc>
              <a:spcBef>
                <a:spcPct val="0"/>
              </a:spcBef>
            </a:pPr>
            <a:r>
              <a:rPr lang="en-US" b="true" sz="611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 =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145804" y="389584"/>
            <a:ext cx="16154639" cy="1394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40"/>
              </a:lnSpc>
            </a:pPr>
            <a:r>
              <a:rPr lang="en-US" sz="81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4° Passo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582670" y="4221307"/>
            <a:ext cx="2402266" cy="792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11"/>
              </a:lnSpc>
            </a:pPr>
            <a:r>
              <a:rPr lang="en-US" sz="457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Output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34312" y="551509"/>
            <a:ext cx="3226014" cy="9183981"/>
            <a:chOff x="0" y="0"/>
            <a:chExt cx="4301351" cy="122453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8723577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5823245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2900332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304720" y="9673091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04720" y="6694328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304720" y="371825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304720" y="74218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70"/>
                  </a:lnTo>
                  <a:lnTo>
                    <a:pt x="0" y="1960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703512" y="7999376"/>
            <a:ext cx="2616106" cy="1041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64"/>
              </a:lnSpc>
              <a:spcBef>
                <a:spcPct val="0"/>
              </a:spcBef>
            </a:pPr>
            <a:r>
              <a:rPr lang="en-US" b="true" sz="611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X = 12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03512" y="5729145"/>
            <a:ext cx="2616106" cy="1041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64"/>
              </a:lnSpc>
              <a:spcBef>
                <a:spcPct val="0"/>
              </a:spcBef>
            </a:pPr>
            <a:r>
              <a:rPr lang="en-US" b="true" sz="611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Y = 5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03512" y="3458448"/>
            <a:ext cx="2616106" cy="1041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64"/>
              </a:lnSpc>
              <a:spcBef>
                <a:spcPct val="0"/>
              </a:spcBef>
            </a:pPr>
            <a:r>
              <a:rPr lang="en-US" b="true" sz="611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Z =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03512" y="1187751"/>
            <a:ext cx="2616106" cy="1041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64"/>
              </a:lnSpc>
              <a:spcBef>
                <a:spcPct val="0"/>
              </a:spcBef>
            </a:pPr>
            <a:r>
              <a:rPr lang="en-US" b="true" sz="611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 =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145804" y="389584"/>
            <a:ext cx="16154639" cy="1394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40"/>
              </a:lnSpc>
            </a:pPr>
            <a:r>
              <a:rPr lang="en-US" sz="81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5° Passo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5489315" y="1913996"/>
            <a:ext cx="8851856" cy="2217584"/>
          </a:xfrm>
          <a:custGeom>
            <a:avLst/>
            <a:gdLst/>
            <a:ahLst/>
            <a:cxnLst/>
            <a:rect r="r" b="b" t="t" l="l"/>
            <a:pathLst>
              <a:path h="2217584" w="8851856">
                <a:moveTo>
                  <a:pt x="0" y="0"/>
                </a:moveTo>
                <a:lnTo>
                  <a:pt x="8851856" y="0"/>
                </a:lnTo>
                <a:lnTo>
                  <a:pt x="8851856" y="2217584"/>
                </a:lnTo>
                <a:lnTo>
                  <a:pt x="0" y="22175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6908579" y="4131580"/>
            <a:ext cx="6013329" cy="5603911"/>
          </a:xfrm>
          <a:custGeom>
            <a:avLst/>
            <a:gdLst/>
            <a:ahLst/>
            <a:cxnLst/>
            <a:rect r="r" b="b" t="t" l="l"/>
            <a:pathLst>
              <a:path h="5603911" w="6013329">
                <a:moveTo>
                  <a:pt x="0" y="0"/>
                </a:moveTo>
                <a:lnTo>
                  <a:pt x="6013329" y="0"/>
                </a:lnTo>
                <a:lnTo>
                  <a:pt x="6013329" y="5603911"/>
                </a:lnTo>
                <a:lnTo>
                  <a:pt x="0" y="560391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34312" y="551509"/>
            <a:ext cx="3226014" cy="9183981"/>
            <a:chOff x="0" y="0"/>
            <a:chExt cx="4301351" cy="122453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8723577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5823245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2900332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304720" y="9673091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04720" y="6694328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304720" y="371825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304720" y="74218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70"/>
                  </a:lnTo>
                  <a:lnTo>
                    <a:pt x="0" y="1960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2370024" y="1951569"/>
            <a:ext cx="6559536" cy="728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37"/>
              </a:lnSpc>
            </a:pPr>
            <a:r>
              <a:rPr lang="en-US" sz="4312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Exemplo: 10 2 + 5</a:t>
            </a:r>
          </a:p>
        </p:txBody>
      </p:sp>
      <p:sp>
        <p:nvSpPr>
          <p:cNvPr name="AutoShape 12" id="12"/>
          <p:cNvSpPr/>
          <p:nvPr/>
        </p:nvSpPr>
        <p:spPr>
          <a:xfrm>
            <a:off x="17554154" y="2670710"/>
            <a:ext cx="362172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5545653" y="2069522"/>
            <a:ext cx="7417254" cy="2742136"/>
          </a:xfrm>
          <a:custGeom>
            <a:avLst/>
            <a:gdLst/>
            <a:ahLst/>
            <a:cxnLst/>
            <a:rect r="r" b="b" t="t" l="l"/>
            <a:pathLst>
              <a:path h="2742136" w="7417254">
                <a:moveTo>
                  <a:pt x="0" y="0"/>
                </a:moveTo>
                <a:lnTo>
                  <a:pt x="7417254" y="0"/>
                </a:lnTo>
                <a:lnTo>
                  <a:pt x="7417254" y="2742137"/>
                </a:lnTo>
                <a:lnTo>
                  <a:pt x="0" y="27421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5181909" y="5278384"/>
            <a:ext cx="8144743" cy="4200299"/>
          </a:xfrm>
          <a:custGeom>
            <a:avLst/>
            <a:gdLst/>
            <a:ahLst/>
            <a:cxnLst/>
            <a:rect r="r" b="b" t="t" l="l"/>
            <a:pathLst>
              <a:path h="4200299" w="8144743">
                <a:moveTo>
                  <a:pt x="0" y="0"/>
                </a:moveTo>
                <a:lnTo>
                  <a:pt x="8144742" y="0"/>
                </a:lnTo>
                <a:lnTo>
                  <a:pt x="8144742" y="4200299"/>
                </a:lnTo>
                <a:lnTo>
                  <a:pt x="0" y="420029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4193426" y="5278384"/>
            <a:ext cx="2668343" cy="3465381"/>
          </a:xfrm>
          <a:custGeom>
            <a:avLst/>
            <a:gdLst/>
            <a:ahLst/>
            <a:cxnLst/>
            <a:rect r="r" b="b" t="t" l="l"/>
            <a:pathLst>
              <a:path h="3465381" w="2668343">
                <a:moveTo>
                  <a:pt x="0" y="0"/>
                </a:moveTo>
                <a:lnTo>
                  <a:pt x="2668344" y="0"/>
                </a:lnTo>
                <a:lnTo>
                  <a:pt x="2668344" y="3465381"/>
                </a:lnTo>
                <a:lnTo>
                  <a:pt x="0" y="346538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4193426" y="5133923"/>
            <a:ext cx="2778185" cy="3754303"/>
          </a:xfrm>
          <a:custGeom>
            <a:avLst/>
            <a:gdLst/>
            <a:ahLst/>
            <a:cxnLst/>
            <a:rect r="r" b="b" t="t" l="l"/>
            <a:pathLst>
              <a:path h="3754303" w="2778185">
                <a:moveTo>
                  <a:pt x="0" y="0"/>
                </a:moveTo>
                <a:lnTo>
                  <a:pt x="2778185" y="0"/>
                </a:lnTo>
                <a:lnTo>
                  <a:pt x="2778185" y="3754303"/>
                </a:lnTo>
                <a:lnTo>
                  <a:pt x="0" y="375430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703512" y="7999376"/>
            <a:ext cx="2616106" cy="1041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64"/>
              </a:lnSpc>
              <a:spcBef>
                <a:spcPct val="0"/>
              </a:spcBef>
            </a:pPr>
            <a:r>
              <a:rPr lang="en-US" b="true" sz="611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X = 12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703512" y="5729145"/>
            <a:ext cx="2616106" cy="1041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64"/>
              </a:lnSpc>
              <a:spcBef>
                <a:spcPct val="0"/>
              </a:spcBef>
            </a:pPr>
            <a:r>
              <a:rPr lang="en-US" b="true" sz="611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Y = 5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703512" y="3458448"/>
            <a:ext cx="2616106" cy="1041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64"/>
              </a:lnSpc>
              <a:spcBef>
                <a:spcPct val="0"/>
              </a:spcBef>
            </a:pPr>
            <a:r>
              <a:rPr lang="en-US" b="true" sz="611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Z =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703512" y="1187751"/>
            <a:ext cx="2616106" cy="1041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64"/>
              </a:lnSpc>
              <a:spcBef>
                <a:spcPct val="0"/>
              </a:spcBef>
            </a:pPr>
            <a:r>
              <a:rPr lang="en-US" b="true" sz="611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 =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980136" y="4433745"/>
            <a:ext cx="1669656" cy="637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91"/>
              </a:lnSpc>
            </a:pPr>
            <a:r>
              <a:rPr lang="en-US" sz="377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IDE: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145804" y="389584"/>
            <a:ext cx="16154639" cy="1394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40"/>
              </a:lnSpc>
            </a:pPr>
            <a:r>
              <a:rPr lang="en-US" sz="81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5° Passo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34312" y="551509"/>
            <a:ext cx="3226014" cy="9183981"/>
            <a:chOff x="0" y="0"/>
            <a:chExt cx="4301351" cy="122453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8723577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5823245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2900332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304720" y="9673091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04720" y="6694328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304720" y="371825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304720" y="74218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70"/>
                  </a:lnTo>
                  <a:lnTo>
                    <a:pt x="0" y="1960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2347901" y="1993322"/>
            <a:ext cx="6559536" cy="728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37"/>
              </a:lnSpc>
            </a:pPr>
            <a:r>
              <a:rPr lang="en-US" sz="4312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Exemplo: 10 2 + 5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7149553" y="4936201"/>
            <a:ext cx="7417254" cy="2742136"/>
          </a:xfrm>
          <a:custGeom>
            <a:avLst/>
            <a:gdLst/>
            <a:ahLst/>
            <a:cxnLst/>
            <a:rect r="r" b="b" t="t" l="l"/>
            <a:pathLst>
              <a:path h="2742136" w="7417254">
                <a:moveTo>
                  <a:pt x="0" y="0"/>
                </a:moveTo>
                <a:lnTo>
                  <a:pt x="7417254" y="0"/>
                </a:lnTo>
                <a:lnTo>
                  <a:pt x="7417254" y="2742136"/>
                </a:lnTo>
                <a:lnTo>
                  <a:pt x="0" y="27421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703512" y="7999376"/>
            <a:ext cx="2616106" cy="1041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64"/>
              </a:lnSpc>
              <a:spcBef>
                <a:spcPct val="0"/>
              </a:spcBef>
            </a:pPr>
            <a:r>
              <a:rPr lang="en-US" b="true" sz="611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X = 12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03512" y="5729145"/>
            <a:ext cx="2616106" cy="1041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64"/>
              </a:lnSpc>
              <a:spcBef>
                <a:spcPct val="0"/>
              </a:spcBef>
            </a:pPr>
            <a:r>
              <a:rPr lang="en-US" b="true" sz="611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Y = 5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03512" y="3458448"/>
            <a:ext cx="2616106" cy="1041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64"/>
              </a:lnSpc>
              <a:spcBef>
                <a:spcPct val="0"/>
              </a:spcBef>
            </a:pPr>
            <a:r>
              <a:rPr lang="en-US" b="true" sz="611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Z =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03512" y="1187751"/>
            <a:ext cx="2616106" cy="1041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64"/>
              </a:lnSpc>
              <a:spcBef>
                <a:spcPct val="0"/>
              </a:spcBef>
            </a:pPr>
            <a:r>
              <a:rPr lang="en-US" b="true" sz="611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 =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145804" y="389584"/>
            <a:ext cx="16154639" cy="1394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40"/>
              </a:lnSpc>
            </a:pPr>
            <a:r>
              <a:rPr lang="en-US" sz="81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6° Passo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149386" y="529266"/>
            <a:ext cx="7989227" cy="6914313"/>
          </a:xfrm>
          <a:custGeom>
            <a:avLst/>
            <a:gdLst/>
            <a:ahLst/>
            <a:cxnLst/>
            <a:rect r="r" b="b" t="t" l="l"/>
            <a:pathLst>
              <a:path h="6914313" w="7989227">
                <a:moveTo>
                  <a:pt x="0" y="0"/>
                </a:moveTo>
                <a:lnTo>
                  <a:pt x="7989228" y="0"/>
                </a:lnTo>
                <a:lnTo>
                  <a:pt x="7989228" y="6914313"/>
                </a:lnTo>
                <a:lnTo>
                  <a:pt x="0" y="69143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7863848"/>
            <a:ext cx="16154639" cy="1394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40"/>
              </a:lnSpc>
            </a:pPr>
            <a:r>
              <a:rPr lang="en-US" sz="81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ERRO!!!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34312" y="551509"/>
            <a:ext cx="3226014" cy="9183981"/>
            <a:chOff x="0" y="0"/>
            <a:chExt cx="4301351" cy="122453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8723577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5823245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2900332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304720" y="9673091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04720" y="6694328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304720" y="371825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304720" y="74218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70"/>
                  </a:lnTo>
                  <a:lnTo>
                    <a:pt x="0" y="1960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6232848" y="3572748"/>
            <a:ext cx="7931256" cy="3556702"/>
          </a:xfrm>
          <a:custGeom>
            <a:avLst/>
            <a:gdLst/>
            <a:ahLst/>
            <a:cxnLst/>
            <a:rect r="r" b="b" t="t" l="l"/>
            <a:pathLst>
              <a:path h="3556702" w="7931256">
                <a:moveTo>
                  <a:pt x="0" y="0"/>
                </a:moveTo>
                <a:lnTo>
                  <a:pt x="7931256" y="0"/>
                </a:lnTo>
                <a:lnTo>
                  <a:pt x="7931256" y="3556703"/>
                </a:lnTo>
                <a:lnTo>
                  <a:pt x="0" y="35567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451963" y="8262306"/>
            <a:ext cx="7790170" cy="779017"/>
          </a:xfrm>
          <a:custGeom>
            <a:avLst/>
            <a:gdLst/>
            <a:ahLst/>
            <a:cxnLst/>
            <a:rect r="r" b="b" t="t" l="l"/>
            <a:pathLst>
              <a:path h="779017" w="7790170">
                <a:moveTo>
                  <a:pt x="0" y="0"/>
                </a:moveTo>
                <a:lnTo>
                  <a:pt x="7790170" y="0"/>
                </a:lnTo>
                <a:lnTo>
                  <a:pt x="7790170" y="779017"/>
                </a:lnTo>
                <a:lnTo>
                  <a:pt x="0" y="77901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2347901" y="1993322"/>
            <a:ext cx="6559536" cy="728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37"/>
              </a:lnSpc>
            </a:pPr>
            <a:r>
              <a:rPr lang="en-US" sz="4312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Exemplo: 10 2 + 5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03512" y="7999376"/>
            <a:ext cx="2616106" cy="1041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64"/>
              </a:lnSpc>
              <a:spcBef>
                <a:spcPct val="0"/>
              </a:spcBef>
            </a:pPr>
            <a:r>
              <a:rPr lang="en-US" b="true" sz="611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X = 12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03512" y="5729145"/>
            <a:ext cx="2616106" cy="1041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64"/>
              </a:lnSpc>
              <a:spcBef>
                <a:spcPct val="0"/>
              </a:spcBef>
            </a:pPr>
            <a:r>
              <a:rPr lang="en-US" b="true" sz="611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Y = 5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03512" y="3458448"/>
            <a:ext cx="2616106" cy="1041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64"/>
              </a:lnSpc>
              <a:spcBef>
                <a:spcPct val="0"/>
              </a:spcBef>
            </a:pPr>
            <a:r>
              <a:rPr lang="en-US" b="true" sz="611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Z =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03512" y="1187751"/>
            <a:ext cx="2616106" cy="1041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64"/>
              </a:lnSpc>
              <a:spcBef>
                <a:spcPct val="0"/>
              </a:spcBef>
            </a:pPr>
            <a:r>
              <a:rPr lang="en-US" b="true" sz="611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 =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145804" y="389584"/>
            <a:ext cx="16154639" cy="1394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40"/>
              </a:lnSpc>
            </a:pPr>
            <a:r>
              <a:rPr lang="en-US" sz="81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6° Passo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154819" y="7624890"/>
            <a:ext cx="1669656" cy="637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91"/>
              </a:lnSpc>
            </a:pPr>
            <a:r>
              <a:rPr lang="en-US" sz="377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IDE: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7297" y="551509"/>
            <a:ext cx="3226014" cy="9183981"/>
            <a:chOff x="0" y="0"/>
            <a:chExt cx="4301351" cy="122453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8723577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5823245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2900332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304720" y="9673091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04720" y="6694328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304720" y="371825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304720" y="74218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70"/>
                  </a:lnTo>
                  <a:lnTo>
                    <a:pt x="0" y="1960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358934" y="9968589"/>
              <a:ext cx="2548104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X = 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358934" y="6941615"/>
              <a:ext cx="2548104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Y = 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358934" y="3914019"/>
              <a:ext cx="2548104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Z = 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358934" y="886423"/>
              <a:ext cx="2548104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 = 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5603065" y="4111901"/>
            <a:ext cx="10430998" cy="1031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40"/>
              </a:lnSpc>
            </a:pPr>
            <a:r>
              <a:rPr lang="en-US" sz="6028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1º Exemplo: 10 2 + 3 x 6 - 5 / 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6512760" y="8111039"/>
            <a:ext cx="8611608" cy="939448"/>
          </a:xfrm>
          <a:custGeom>
            <a:avLst/>
            <a:gdLst/>
            <a:ahLst/>
            <a:cxnLst/>
            <a:rect r="r" b="b" t="t" l="l"/>
            <a:pathLst>
              <a:path h="939448" w="8611608">
                <a:moveTo>
                  <a:pt x="0" y="0"/>
                </a:moveTo>
                <a:lnTo>
                  <a:pt x="8611608" y="0"/>
                </a:lnTo>
                <a:lnTo>
                  <a:pt x="8611608" y="939448"/>
                </a:lnTo>
                <a:lnTo>
                  <a:pt x="0" y="9394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3145804" y="389584"/>
            <a:ext cx="16154639" cy="2832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40"/>
              </a:lnSpc>
            </a:pPr>
            <a:r>
              <a:rPr lang="en-US" sz="81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Entrada de Notação RPN </a:t>
            </a:r>
          </a:p>
          <a:p>
            <a:pPr algn="ctr">
              <a:lnSpc>
                <a:spcPts val="11340"/>
              </a:lnSpc>
            </a:pPr>
            <a:r>
              <a:rPr lang="en-US" sz="81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Válida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301135" y="6969439"/>
            <a:ext cx="1669656" cy="792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11"/>
              </a:lnSpc>
            </a:pPr>
            <a:r>
              <a:rPr lang="en-US" sz="457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IDE: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7297" y="551509"/>
            <a:ext cx="3226014" cy="9183981"/>
            <a:chOff x="0" y="0"/>
            <a:chExt cx="4301351" cy="122453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8723577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5823245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2900332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304720" y="9673091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04720" y="6694328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304720" y="371825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304720" y="74218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70"/>
                  </a:lnTo>
                  <a:lnTo>
                    <a:pt x="0" y="1960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358934" y="9968589"/>
              <a:ext cx="2548104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X = 0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358934" y="6941615"/>
              <a:ext cx="2548104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Y = 0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358934" y="3914019"/>
              <a:ext cx="2548104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Z = 0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358934" y="886423"/>
              <a:ext cx="2548104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 = 0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7072037" y="8520728"/>
            <a:ext cx="9349684" cy="507717"/>
          </a:xfrm>
          <a:custGeom>
            <a:avLst/>
            <a:gdLst/>
            <a:ahLst/>
            <a:cxnLst/>
            <a:rect r="r" b="b" t="t" l="l"/>
            <a:pathLst>
              <a:path h="507717" w="9349684">
                <a:moveTo>
                  <a:pt x="0" y="0"/>
                </a:moveTo>
                <a:lnTo>
                  <a:pt x="9349684" y="0"/>
                </a:lnTo>
                <a:lnTo>
                  <a:pt x="9349684" y="507717"/>
                </a:lnTo>
                <a:lnTo>
                  <a:pt x="0" y="5077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8679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6388991" y="2613897"/>
            <a:ext cx="9654218" cy="4447743"/>
          </a:xfrm>
          <a:custGeom>
            <a:avLst/>
            <a:gdLst/>
            <a:ahLst/>
            <a:cxnLst/>
            <a:rect r="r" b="b" t="t" l="l"/>
            <a:pathLst>
              <a:path h="4447743" w="9654218">
                <a:moveTo>
                  <a:pt x="0" y="0"/>
                </a:moveTo>
                <a:lnTo>
                  <a:pt x="9654219" y="0"/>
                </a:lnTo>
                <a:lnTo>
                  <a:pt x="9654219" y="4447742"/>
                </a:lnTo>
                <a:lnTo>
                  <a:pt x="0" y="444774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7621717" y="1847074"/>
            <a:ext cx="7188767" cy="708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16"/>
              </a:lnSpc>
            </a:pPr>
            <a:r>
              <a:rPr lang="en-US" sz="4154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Exemplo: 10 2 + 3 x 6 - 5 /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21717" y="250511"/>
            <a:ext cx="6393694" cy="1394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40"/>
              </a:lnSpc>
            </a:pPr>
            <a:r>
              <a:rPr lang="en-US" sz="81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1º Passo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554163" y="8330907"/>
            <a:ext cx="1669656" cy="792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11"/>
              </a:lnSpc>
            </a:pPr>
            <a:r>
              <a:rPr lang="en-US" sz="457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IDE: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34312" y="551509"/>
            <a:ext cx="3226014" cy="9183981"/>
            <a:chOff x="0" y="0"/>
            <a:chExt cx="4301351" cy="122453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8723577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5823245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2900332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304720" y="9673091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04720" y="6694328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304720" y="371825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304720" y="74218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70"/>
                  </a:lnTo>
                  <a:lnTo>
                    <a:pt x="0" y="1960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8181961" y="1673730"/>
            <a:ext cx="6679884" cy="1477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49"/>
              </a:lnSpc>
            </a:pPr>
            <a:r>
              <a:rPr lang="en-US" sz="424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Exemplo: 10 2 + 3 x 6 - 5 / </a:t>
            </a:r>
          </a:p>
          <a:p>
            <a:pPr algn="ctr">
              <a:lnSpc>
                <a:spcPts val="5949"/>
              </a:lnSpc>
            </a:pPr>
          </a:p>
        </p:txBody>
      </p:sp>
      <p:sp>
        <p:nvSpPr>
          <p:cNvPr name="AutoShape 12" id="12"/>
          <p:cNvSpPr/>
          <p:nvPr/>
        </p:nvSpPr>
        <p:spPr>
          <a:xfrm flipV="true">
            <a:off x="10751181" y="2431474"/>
            <a:ext cx="851761" cy="1904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7343370" y="3417665"/>
            <a:ext cx="7447046" cy="1600192"/>
          </a:xfrm>
          <a:custGeom>
            <a:avLst/>
            <a:gdLst/>
            <a:ahLst/>
            <a:cxnLst/>
            <a:rect r="r" b="b" t="t" l="l"/>
            <a:pathLst>
              <a:path h="1600192" w="7447046">
                <a:moveTo>
                  <a:pt x="0" y="0"/>
                </a:moveTo>
                <a:lnTo>
                  <a:pt x="7447046" y="0"/>
                </a:lnTo>
                <a:lnTo>
                  <a:pt x="7447046" y="1600192"/>
                </a:lnTo>
                <a:lnTo>
                  <a:pt x="0" y="16001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7942341" y="5017857"/>
            <a:ext cx="6249104" cy="4717634"/>
          </a:xfrm>
          <a:custGeom>
            <a:avLst/>
            <a:gdLst/>
            <a:ahLst/>
            <a:cxnLst/>
            <a:rect r="r" b="b" t="t" l="l"/>
            <a:pathLst>
              <a:path h="4717634" w="6249104">
                <a:moveTo>
                  <a:pt x="0" y="0"/>
                </a:moveTo>
                <a:lnTo>
                  <a:pt x="6249104" y="0"/>
                </a:lnTo>
                <a:lnTo>
                  <a:pt x="6249104" y="4717634"/>
                </a:lnTo>
                <a:lnTo>
                  <a:pt x="0" y="47176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703512" y="7999376"/>
            <a:ext cx="2263592" cy="1041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64"/>
              </a:lnSpc>
              <a:spcBef>
                <a:spcPct val="0"/>
              </a:spcBef>
            </a:pPr>
            <a:r>
              <a:rPr lang="en-US" b="true" sz="611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X = 10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56081" y="5795001"/>
            <a:ext cx="2058509" cy="919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520"/>
              </a:lnSpc>
              <a:spcBef>
                <a:spcPct val="0"/>
              </a:spcBef>
            </a:pPr>
            <a:r>
              <a:rPr lang="en-US" b="true" sz="537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Y = 0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03512" y="3458448"/>
            <a:ext cx="1911078" cy="1041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64"/>
              </a:lnSpc>
              <a:spcBef>
                <a:spcPct val="0"/>
              </a:spcBef>
            </a:pPr>
            <a:r>
              <a:rPr lang="en-US" b="true" sz="611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Z = 0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703512" y="1187751"/>
            <a:ext cx="1911078" cy="1041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64"/>
              </a:lnSpc>
              <a:spcBef>
                <a:spcPct val="0"/>
              </a:spcBef>
            </a:pPr>
            <a:r>
              <a:rPr lang="en-US" b="true" sz="611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 = 0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145804" y="389584"/>
            <a:ext cx="16154639" cy="1394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40"/>
              </a:lnSpc>
            </a:pPr>
            <a:r>
              <a:rPr lang="en-US" sz="81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2° Passo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34312" y="551509"/>
            <a:ext cx="3226014" cy="9183981"/>
            <a:chOff x="0" y="0"/>
            <a:chExt cx="4301351" cy="122453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8723577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5823245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2900332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304720" y="9673091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04720" y="6694328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304720" y="371825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304720" y="74218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70"/>
                  </a:lnTo>
                  <a:lnTo>
                    <a:pt x="0" y="1960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AutoShape 11" id="11"/>
          <p:cNvSpPr/>
          <p:nvPr/>
        </p:nvSpPr>
        <p:spPr>
          <a:xfrm>
            <a:off x="10443786" y="2584448"/>
            <a:ext cx="1072098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6493922" y="2796352"/>
            <a:ext cx="7140899" cy="2347148"/>
          </a:xfrm>
          <a:custGeom>
            <a:avLst/>
            <a:gdLst/>
            <a:ahLst/>
            <a:cxnLst/>
            <a:rect r="r" b="b" t="t" l="l"/>
            <a:pathLst>
              <a:path h="2347148" w="7140899">
                <a:moveTo>
                  <a:pt x="0" y="0"/>
                </a:moveTo>
                <a:lnTo>
                  <a:pt x="7140899" y="0"/>
                </a:lnTo>
                <a:lnTo>
                  <a:pt x="7140899" y="2347148"/>
                </a:lnTo>
                <a:lnTo>
                  <a:pt x="0" y="23471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6493922" y="5353050"/>
            <a:ext cx="7316635" cy="2967586"/>
          </a:xfrm>
          <a:custGeom>
            <a:avLst/>
            <a:gdLst/>
            <a:ahLst/>
            <a:cxnLst/>
            <a:rect r="r" b="b" t="t" l="l"/>
            <a:pathLst>
              <a:path h="2967586" w="7316635">
                <a:moveTo>
                  <a:pt x="0" y="0"/>
                </a:moveTo>
                <a:lnTo>
                  <a:pt x="7316636" y="0"/>
                </a:lnTo>
                <a:lnTo>
                  <a:pt x="7316636" y="2967586"/>
                </a:lnTo>
                <a:lnTo>
                  <a:pt x="0" y="296758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468418" y="4895758"/>
            <a:ext cx="2466960" cy="2878120"/>
          </a:xfrm>
          <a:custGeom>
            <a:avLst/>
            <a:gdLst/>
            <a:ahLst/>
            <a:cxnLst/>
            <a:rect r="r" b="b" t="t" l="l"/>
            <a:pathLst>
              <a:path h="2878120" w="2466960">
                <a:moveTo>
                  <a:pt x="0" y="0"/>
                </a:moveTo>
                <a:lnTo>
                  <a:pt x="2466960" y="0"/>
                </a:lnTo>
                <a:lnTo>
                  <a:pt x="2466960" y="2878120"/>
                </a:lnTo>
                <a:lnTo>
                  <a:pt x="0" y="287812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721326" y="8073965"/>
            <a:ext cx="2677646" cy="935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55"/>
              </a:lnSpc>
              <a:spcBef>
                <a:spcPct val="0"/>
              </a:spcBef>
            </a:pPr>
            <a:r>
              <a:rPr lang="en-US" b="true" sz="553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X = 10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67814" y="5822770"/>
            <a:ext cx="2982474" cy="919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520"/>
              </a:lnSpc>
              <a:spcBef>
                <a:spcPct val="0"/>
              </a:spcBef>
            </a:pPr>
            <a:r>
              <a:rPr lang="en-US" b="true" sz="537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Y = 0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03512" y="3458448"/>
            <a:ext cx="1911078" cy="1041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64"/>
              </a:lnSpc>
              <a:spcBef>
                <a:spcPct val="0"/>
              </a:spcBef>
            </a:pPr>
            <a:r>
              <a:rPr lang="en-US" b="true" sz="611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Z = 0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703512" y="1187751"/>
            <a:ext cx="1911078" cy="1041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64"/>
              </a:lnSpc>
              <a:spcBef>
                <a:spcPct val="0"/>
              </a:spcBef>
            </a:pPr>
            <a:r>
              <a:rPr lang="en-US" b="true" sz="611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 = 0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145804" y="389584"/>
            <a:ext cx="16154639" cy="1394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40"/>
              </a:lnSpc>
            </a:pPr>
            <a:r>
              <a:rPr lang="en-US" sz="81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2° Passo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206431" y="1661112"/>
            <a:ext cx="8618906" cy="920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09"/>
              </a:lnSpc>
            </a:pPr>
            <a:r>
              <a:rPr lang="en-US" sz="5364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Exemplo: 10 2 + 3 x 6 - 5 /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256857" y="3908932"/>
            <a:ext cx="2418803" cy="792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11"/>
              </a:lnSpc>
            </a:pPr>
            <a:r>
              <a:rPr lang="en-US" sz="457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IDE: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34312" y="551509"/>
            <a:ext cx="3226014" cy="9183981"/>
            <a:chOff x="0" y="0"/>
            <a:chExt cx="4301351" cy="122453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8723577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5823245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2900332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304720" y="9673091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04720" y="6694328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304720" y="371825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304720" y="74218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70"/>
                  </a:lnTo>
                  <a:lnTo>
                    <a:pt x="0" y="1960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7809122" y="1680162"/>
            <a:ext cx="7307722" cy="777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67"/>
              </a:lnSpc>
            </a:pPr>
            <a:r>
              <a:rPr lang="en-US" sz="4548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Exemplo: 10 2 + 3 x 6 - 5 / </a:t>
            </a:r>
          </a:p>
        </p:txBody>
      </p:sp>
      <p:sp>
        <p:nvSpPr>
          <p:cNvPr name="AutoShape 12" id="12"/>
          <p:cNvSpPr/>
          <p:nvPr/>
        </p:nvSpPr>
        <p:spPr>
          <a:xfrm>
            <a:off x="11463709" y="2476961"/>
            <a:ext cx="499221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6912582" y="2640298"/>
            <a:ext cx="8621083" cy="1852464"/>
          </a:xfrm>
          <a:custGeom>
            <a:avLst/>
            <a:gdLst/>
            <a:ahLst/>
            <a:cxnLst/>
            <a:rect r="r" b="b" t="t" l="l"/>
            <a:pathLst>
              <a:path h="1852464" w="8621083">
                <a:moveTo>
                  <a:pt x="0" y="0"/>
                </a:moveTo>
                <a:lnTo>
                  <a:pt x="8621083" y="0"/>
                </a:lnTo>
                <a:lnTo>
                  <a:pt x="8621083" y="1852464"/>
                </a:lnTo>
                <a:lnTo>
                  <a:pt x="0" y="18524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7870656" y="4492762"/>
            <a:ext cx="6704935" cy="5061753"/>
          </a:xfrm>
          <a:custGeom>
            <a:avLst/>
            <a:gdLst/>
            <a:ahLst/>
            <a:cxnLst/>
            <a:rect r="r" b="b" t="t" l="l"/>
            <a:pathLst>
              <a:path h="5061753" w="6704935">
                <a:moveTo>
                  <a:pt x="0" y="0"/>
                </a:moveTo>
                <a:lnTo>
                  <a:pt x="6704935" y="0"/>
                </a:lnTo>
                <a:lnTo>
                  <a:pt x="6704935" y="5061754"/>
                </a:lnTo>
                <a:lnTo>
                  <a:pt x="0" y="50617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703512" y="7999376"/>
            <a:ext cx="2263592" cy="1041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64"/>
              </a:lnSpc>
              <a:spcBef>
                <a:spcPct val="0"/>
              </a:spcBef>
            </a:pPr>
            <a:r>
              <a:rPr lang="en-US" b="true" sz="611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X = 10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56081" y="5795001"/>
            <a:ext cx="2058509" cy="919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520"/>
              </a:lnSpc>
              <a:spcBef>
                <a:spcPct val="0"/>
              </a:spcBef>
            </a:pPr>
            <a:r>
              <a:rPr lang="en-US" b="true" sz="537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Y = 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03512" y="3458448"/>
            <a:ext cx="1911078" cy="1041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64"/>
              </a:lnSpc>
              <a:spcBef>
                <a:spcPct val="0"/>
              </a:spcBef>
            </a:pPr>
            <a:r>
              <a:rPr lang="en-US" b="true" sz="611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Z =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703512" y="1187751"/>
            <a:ext cx="1911078" cy="1041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64"/>
              </a:lnSpc>
              <a:spcBef>
                <a:spcPct val="0"/>
              </a:spcBef>
            </a:pPr>
            <a:r>
              <a:rPr lang="en-US" b="true" sz="611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 =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145804" y="389584"/>
            <a:ext cx="16154639" cy="1394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40"/>
              </a:lnSpc>
            </a:pPr>
            <a:r>
              <a:rPr lang="en-US" sz="81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3° Passo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34312" y="551509"/>
            <a:ext cx="3226014" cy="9183981"/>
            <a:chOff x="0" y="0"/>
            <a:chExt cx="4301351" cy="122453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8723577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5823245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2900332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304720" y="9673091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04720" y="6694328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304720" y="371825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304720" y="74218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70"/>
                  </a:lnTo>
                  <a:lnTo>
                    <a:pt x="0" y="1960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7522594" y="1759160"/>
            <a:ext cx="7926403" cy="845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06"/>
              </a:lnSpc>
            </a:pPr>
            <a:r>
              <a:rPr lang="en-US" sz="4933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Exemplo: 10 2 + 3 x 6 - 5 / </a:t>
            </a:r>
          </a:p>
        </p:txBody>
      </p:sp>
      <p:sp>
        <p:nvSpPr>
          <p:cNvPr name="AutoShape 12" id="12"/>
          <p:cNvSpPr/>
          <p:nvPr/>
        </p:nvSpPr>
        <p:spPr>
          <a:xfrm>
            <a:off x="11485795" y="2605036"/>
            <a:ext cx="40569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6080612" y="6646255"/>
            <a:ext cx="7235906" cy="2934843"/>
          </a:xfrm>
          <a:custGeom>
            <a:avLst/>
            <a:gdLst/>
            <a:ahLst/>
            <a:cxnLst/>
            <a:rect r="r" b="b" t="t" l="l"/>
            <a:pathLst>
              <a:path h="2934843" w="7235906">
                <a:moveTo>
                  <a:pt x="0" y="0"/>
                </a:moveTo>
                <a:lnTo>
                  <a:pt x="7235906" y="0"/>
                </a:lnTo>
                <a:lnTo>
                  <a:pt x="7235906" y="2934843"/>
                </a:lnTo>
                <a:lnTo>
                  <a:pt x="0" y="29348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080612" y="4036584"/>
            <a:ext cx="7289302" cy="2395927"/>
          </a:xfrm>
          <a:custGeom>
            <a:avLst/>
            <a:gdLst/>
            <a:ahLst/>
            <a:cxnLst/>
            <a:rect r="r" b="b" t="t" l="l"/>
            <a:pathLst>
              <a:path h="2395927" w="7289302">
                <a:moveTo>
                  <a:pt x="0" y="0"/>
                </a:moveTo>
                <a:lnTo>
                  <a:pt x="7289302" y="0"/>
                </a:lnTo>
                <a:lnTo>
                  <a:pt x="7289302" y="2395927"/>
                </a:lnTo>
                <a:lnTo>
                  <a:pt x="0" y="23959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4679898" y="4958567"/>
            <a:ext cx="2579402" cy="2947888"/>
          </a:xfrm>
          <a:custGeom>
            <a:avLst/>
            <a:gdLst/>
            <a:ahLst/>
            <a:cxnLst/>
            <a:rect r="r" b="b" t="t" l="l"/>
            <a:pathLst>
              <a:path h="2947888" w="2579402">
                <a:moveTo>
                  <a:pt x="0" y="0"/>
                </a:moveTo>
                <a:lnTo>
                  <a:pt x="2579402" y="0"/>
                </a:lnTo>
                <a:lnTo>
                  <a:pt x="2579402" y="2947888"/>
                </a:lnTo>
                <a:lnTo>
                  <a:pt x="0" y="294788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703512" y="7999376"/>
            <a:ext cx="2263592" cy="1041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64"/>
              </a:lnSpc>
              <a:spcBef>
                <a:spcPct val="0"/>
              </a:spcBef>
            </a:pPr>
            <a:r>
              <a:rPr lang="en-US" b="true" sz="611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X = 10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56081" y="5795001"/>
            <a:ext cx="2411023" cy="919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520"/>
              </a:lnSpc>
              <a:spcBef>
                <a:spcPct val="0"/>
              </a:spcBef>
            </a:pPr>
            <a:r>
              <a:rPr lang="en-US" b="true" sz="537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Y = 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703512" y="3458448"/>
            <a:ext cx="1911078" cy="1041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64"/>
              </a:lnSpc>
              <a:spcBef>
                <a:spcPct val="0"/>
              </a:spcBef>
            </a:pPr>
            <a:r>
              <a:rPr lang="en-US" b="true" sz="611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Z =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703512" y="1187751"/>
            <a:ext cx="1911078" cy="1041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64"/>
              </a:lnSpc>
              <a:spcBef>
                <a:spcPct val="0"/>
              </a:spcBef>
            </a:pPr>
            <a:r>
              <a:rPr lang="en-US" b="true" sz="611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 =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145804" y="389584"/>
            <a:ext cx="16154639" cy="1394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40"/>
              </a:lnSpc>
            </a:pPr>
            <a:r>
              <a:rPr lang="en-US" sz="81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3° Passo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038800" y="4056741"/>
            <a:ext cx="1669656" cy="792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11"/>
              </a:lnSpc>
            </a:pPr>
            <a:r>
              <a:rPr lang="en-US" sz="457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IDE: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34312" y="551509"/>
            <a:ext cx="3226014" cy="9183981"/>
            <a:chOff x="0" y="0"/>
            <a:chExt cx="4301351" cy="122453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8723577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5823245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2900332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304720" y="9673091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04720" y="6694328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304720" y="371825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304720" y="74218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70"/>
                  </a:lnTo>
                  <a:lnTo>
                    <a:pt x="0" y="1960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703512" y="1187751"/>
            <a:ext cx="1911078" cy="1041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64"/>
              </a:lnSpc>
              <a:spcBef>
                <a:spcPct val="0"/>
              </a:spcBef>
            </a:pPr>
            <a:r>
              <a:rPr lang="en-US" b="true" sz="611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 =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145804" y="389584"/>
            <a:ext cx="16154639" cy="1394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40"/>
              </a:lnSpc>
            </a:pPr>
            <a:r>
              <a:rPr lang="en-US" sz="81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4° Passo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136769" y="1680162"/>
            <a:ext cx="7183562" cy="766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59"/>
              </a:lnSpc>
            </a:pPr>
            <a:r>
              <a:rPr lang="en-US" sz="447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Exemplo: 10 2 + 3 x 6 - 5 / </a:t>
            </a:r>
          </a:p>
        </p:txBody>
      </p:sp>
      <p:sp>
        <p:nvSpPr>
          <p:cNvPr name="AutoShape 14" id="14"/>
          <p:cNvSpPr/>
          <p:nvPr/>
        </p:nvSpPr>
        <p:spPr>
          <a:xfrm flipV="true">
            <a:off x="12199259" y="2405083"/>
            <a:ext cx="389061" cy="2203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7914588" y="2754199"/>
            <a:ext cx="7627924" cy="6287149"/>
          </a:xfrm>
          <a:custGeom>
            <a:avLst/>
            <a:gdLst/>
            <a:ahLst/>
            <a:cxnLst/>
            <a:rect r="r" b="b" t="t" l="l"/>
            <a:pathLst>
              <a:path h="6287149" w="7627924">
                <a:moveTo>
                  <a:pt x="0" y="0"/>
                </a:moveTo>
                <a:lnTo>
                  <a:pt x="7627924" y="0"/>
                </a:lnTo>
                <a:lnTo>
                  <a:pt x="7627924" y="6287149"/>
                </a:lnTo>
                <a:lnTo>
                  <a:pt x="0" y="62871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703512" y="7999376"/>
            <a:ext cx="2263592" cy="1041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64"/>
              </a:lnSpc>
              <a:spcBef>
                <a:spcPct val="0"/>
              </a:spcBef>
            </a:pPr>
            <a:r>
              <a:rPr lang="en-US" b="true" sz="611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X = 12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56081" y="5795001"/>
            <a:ext cx="2411023" cy="919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520"/>
              </a:lnSpc>
              <a:spcBef>
                <a:spcPct val="0"/>
              </a:spcBef>
            </a:pPr>
            <a:r>
              <a:rPr lang="en-US" b="true" sz="537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Y =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703512" y="3458448"/>
            <a:ext cx="1911078" cy="1041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64"/>
              </a:lnSpc>
              <a:spcBef>
                <a:spcPct val="0"/>
              </a:spcBef>
            </a:pPr>
            <a:r>
              <a:rPr lang="en-US" b="true" sz="611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Z = 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34312" y="551509"/>
            <a:ext cx="3226014" cy="9183981"/>
            <a:chOff x="0" y="0"/>
            <a:chExt cx="4301351" cy="122453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8723577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5823245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2900332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304720" y="9673091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04720" y="6694328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304720" y="371825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304720" y="74218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70"/>
                  </a:lnTo>
                  <a:lnTo>
                    <a:pt x="0" y="1960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0912153" y="1679301"/>
            <a:ext cx="7134176" cy="761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16"/>
              </a:lnSpc>
            </a:pPr>
            <a:r>
              <a:rPr lang="en-US" sz="444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Exemplo: 10 2 + 3 x 6 - 5 / </a:t>
            </a:r>
          </a:p>
        </p:txBody>
      </p:sp>
      <p:sp>
        <p:nvSpPr>
          <p:cNvPr name="AutoShape 12" id="12"/>
          <p:cNvSpPr/>
          <p:nvPr/>
        </p:nvSpPr>
        <p:spPr>
          <a:xfrm flipV="true">
            <a:off x="14940571" y="2428120"/>
            <a:ext cx="387697" cy="2501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4836470" y="1765026"/>
            <a:ext cx="5899537" cy="4174611"/>
          </a:xfrm>
          <a:custGeom>
            <a:avLst/>
            <a:gdLst/>
            <a:ahLst/>
            <a:cxnLst/>
            <a:rect r="r" b="b" t="t" l="l"/>
            <a:pathLst>
              <a:path h="4174611" w="5899537">
                <a:moveTo>
                  <a:pt x="0" y="0"/>
                </a:moveTo>
                <a:lnTo>
                  <a:pt x="5899538" y="0"/>
                </a:lnTo>
                <a:lnTo>
                  <a:pt x="5899538" y="4174611"/>
                </a:lnTo>
                <a:lnTo>
                  <a:pt x="0" y="41746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1602783" y="3325809"/>
            <a:ext cx="6673122" cy="5962478"/>
          </a:xfrm>
          <a:custGeom>
            <a:avLst/>
            <a:gdLst/>
            <a:ahLst/>
            <a:cxnLst/>
            <a:rect r="r" b="b" t="t" l="l"/>
            <a:pathLst>
              <a:path h="5962478" w="6673122">
                <a:moveTo>
                  <a:pt x="0" y="0"/>
                </a:moveTo>
                <a:lnTo>
                  <a:pt x="6673122" y="0"/>
                </a:lnTo>
                <a:lnTo>
                  <a:pt x="6673122" y="5962478"/>
                </a:lnTo>
                <a:lnTo>
                  <a:pt x="0" y="596247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703512" y="7999376"/>
            <a:ext cx="2263592" cy="1041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64"/>
              </a:lnSpc>
              <a:spcBef>
                <a:spcPct val="0"/>
              </a:spcBef>
            </a:pPr>
            <a:r>
              <a:rPr lang="en-US" b="true" sz="611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X = 12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56081" y="5795001"/>
            <a:ext cx="2411023" cy="919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520"/>
              </a:lnSpc>
              <a:spcBef>
                <a:spcPct val="0"/>
              </a:spcBef>
            </a:pPr>
            <a:r>
              <a:rPr lang="en-US" b="true" sz="537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Y =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03512" y="3458448"/>
            <a:ext cx="1911078" cy="1041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64"/>
              </a:lnSpc>
              <a:spcBef>
                <a:spcPct val="0"/>
              </a:spcBef>
            </a:pPr>
            <a:r>
              <a:rPr lang="en-US" b="true" sz="611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Z =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703512" y="1187751"/>
            <a:ext cx="1911078" cy="1041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64"/>
              </a:lnSpc>
              <a:spcBef>
                <a:spcPct val="0"/>
              </a:spcBef>
            </a:pPr>
            <a:r>
              <a:rPr lang="en-US" b="true" sz="611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 =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145804" y="389584"/>
            <a:ext cx="16154639" cy="1394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40"/>
              </a:lnSpc>
            </a:pPr>
            <a:r>
              <a:rPr lang="en-US" sz="81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4° Passo</a:t>
            </a:r>
          </a:p>
        </p:txBody>
      </p:sp>
      <p:sp>
        <p:nvSpPr>
          <p:cNvPr name="AutoShape 20" id="20"/>
          <p:cNvSpPr/>
          <p:nvPr/>
        </p:nvSpPr>
        <p:spPr>
          <a:xfrm flipV="true">
            <a:off x="10753171" y="4044851"/>
            <a:ext cx="789740" cy="163967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34312" y="551509"/>
            <a:ext cx="3226014" cy="9183981"/>
            <a:chOff x="0" y="0"/>
            <a:chExt cx="4301351" cy="122453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8723577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5823245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2900332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304720" y="9673091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04720" y="6694328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304720" y="371825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304720" y="74218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70"/>
                  </a:lnTo>
                  <a:lnTo>
                    <a:pt x="0" y="1960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5838770" y="2086848"/>
            <a:ext cx="11420530" cy="1224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50"/>
              </a:lnSpc>
            </a:pPr>
            <a:r>
              <a:rPr lang="en-US" sz="7107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Exemplo: 10 2 + 3 x 6 - 5 / </a:t>
            </a:r>
          </a:p>
        </p:txBody>
      </p:sp>
      <p:sp>
        <p:nvSpPr>
          <p:cNvPr name="AutoShape 12" id="12"/>
          <p:cNvSpPr/>
          <p:nvPr/>
        </p:nvSpPr>
        <p:spPr>
          <a:xfrm>
            <a:off x="11977725" y="3301716"/>
            <a:ext cx="1072098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10047909" y="4974809"/>
            <a:ext cx="3002253" cy="3602704"/>
          </a:xfrm>
          <a:custGeom>
            <a:avLst/>
            <a:gdLst/>
            <a:ahLst/>
            <a:cxnLst/>
            <a:rect r="r" b="b" t="t" l="l"/>
            <a:pathLst>
              <a:path h="3602704" w="3002253">
                <a:moveTo>
                  <a:pt x="0" y="0"/>
                </a:moveTo>
                <a:lnTo>
                  <a:pt x="3002253" y="0"/>
                </a:lnTo>
                <a:lnTo>
                  <a:pt x="3002253" y="3602703"/>
                </a:lnTo>
                <a:lnTo>
                  <a:pt x="0" y="36027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703512" y="7999376"/>
            <a:ext cx="2263592" cy="1041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64"/>
              </a:lnSpc>
              <a:spcBef>
                <a:spcPct val="0"/>
              </a:spcBef>
            </a:pPr>
            <a:r>
              <a:rPr lang="en-US" b="true" sz="611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X = 12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56081" y="5795001"/>
            <a:ext cx="2411023" cy="919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520"/>
              </a:lnSpc>
              <a:spcBef>
                <a:spcPct val="0"/>
              </a:spcBef>
            </a:pPr>
            <a:r>
              <a:rPr lang="en-US" b="true" sz="537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Y =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03512" y="3458448"/>
            <a:ext cx="1911078" cy="1041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64"/>
              </a:lnSpc>
              <a:spcBef>
                <a:spcPct val="0"/>
              </a:spcBef>
            </a:pPr>
            <a:r>
              <a:rPr lang="en-US" b="true" sz="611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Z =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03512" y="1187751"/>
            <a:ext cx="1911078" cy="1041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64"/>
              </a:lnSpc>
              <a:spcBef>
                <a:spcPct val="0"/>
              </a:spcBef>
            </a:pPr>
            <a:r>
              <a:rPr lang="en-US" b="true" sz="611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 =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145804" y="389584"/>
            <a:ext cx="16154639" cy="1394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40"/>
              </a:lnSpc>
            </a:pPr>
            <a:r>
              <a:rPr lang="en-US" sz="81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4° Passo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714207" y="3941334"/>
            <a:ext cx="1669656" cy="792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11"/>
              </a:lnSpc>
            </a:pPr>
            <a:r>
              <a:rPr lang="en-US" sz="457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IDE: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34312" y="551509"/>
            <a:ext cx="3226014" cy="9183981"/>
            <a:chOff x="0" y="0"/>
            <a:chExt cx="4301351" cy="122453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8723577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5823245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2900332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304720" y="9673091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04720" y="6694328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304720" y="371825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304720" y="74218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70"/>
                  </a:lnTo>
                  <a:lnTo>
                    <a:pt x="0" y="1960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703512" y="7999376"/>
            <a:ext cx="2263592" cy="1041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64"/>
              </a:lnSpc>
              <a:spcBef>
                <a:spcPct val="0"/>
              </a:spcBef>
            </a:pPr>
            <a:r>
              <a:rPr lang="en-US" b="true" sz="611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X = 12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56081" y="5795001"/>
            <a:ext cx="2411023" cy="919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520"/>
              </a:lnSpc>
              <a:spcBef>
                <a:spcPct val="0"/>
              </a:spcBef>
            </a:pPr>
            <a:r>
              <a:rPr lang="en-US" b="true" sz="537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Y = 3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03512" y="3458448"/>
            <a:ext cx="1911078" cy="1041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64"/>
              </a:lnSpc>
              <a:spcBef>
                <a:spcPct val="0"/>
              </a:spcBef>
            </a:pPr>
            <a:r>
              <a:rPr lang="en-US" b="true" sz="611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Z =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03512" y="1187751"/>
            <a:ext cx="1911078" cy="1041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64"/>
              </a:lnSpc>
              <a:spcBef>
                <a:spcPct val="0"/>
              </a:spcBef>
            </a:pPr>
            <a:r>
              <a:rPr lang="en-US" b="true" sz="611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 =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145804" y="389584"/>
            <a:ext cx="16154639" cy="1394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40"/>
              </a:lnSpc>
            </a:pPr>
            <a:r>
              <a:rPr lang="en-US" sz="81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5° Passo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617386" y="1680162"/>
            <a:ext cx="7532968" cy="799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63"/>
              </a:lnSpc>
            </a:pPr>
            <a:r>
              <a:rPr lang="en-US" sz="4688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Exemplo: 10 2 + 3 x 6 - 5 / </a:t>
            </a:r>
          </a:p>
        </p:txBody>
      </p:sp>
      <p:sp>
        <p:nvSpPr>
          <p:cNvPr name="AutoShape 17" id="17"/>
          <p:cNvSpPr/>
          <p:nvPr/>
        </p:nvSpPr>
        <p:spPr>
          <a:xfrm>
            <a:off x="12308954" y="2437669"/>
            <a:ext cx="477188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8" id="18"/>
          <p:cNvSpPr/>
          <p:nvPr/>
        </p:nvSpPr>
        <p:spPr>
          <a:xfrm flipH="false" flipV="false" rot="0">
            <a:off x="6970897" y="3110352"/>
            <a:ext cx="8621083" cy="1852464"/>
          </a:xfrm>
          <a:custGeom>
            <a:avLst/>
            <a:gdLst/>
            <a:ahLst/>
            <a:cxnLst/>
            <a:rect r="r" b="b" t="t" l="l"/>
            <a:pathLst>
              <a:path h="1852464" w="8621083">
                <a:moveTo>
                  <a:pt x="0" y="0"/>
                </a:moveTo>
                <a:lnTo>
                  <a:pt x="8621083" y="0"/>
                </a:lnTo>
                <a:lnTo>
                  <a:pt x="8621083" y="1852464"/>
                </a:lnTo>
                <a:lnTo>
                  <a:pt x="0" y="18524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8031403" y="4940437"/>
            <a:ext cx="6704935" cy="5061753"/>
          </a:xfrm>
          <a:custGeom>
            <a:avLst/>
            <a:gdLst/>
            <a:ahLst/>
            <a:cxnLst/>
            <a:rect r="r" b="b" t="t" l="l"/>
            <a:pathLst>
              <a:path h="5061753" w="6704935">
                <a:moveTo>
                  <a:pt x="0" y="0"/>
                </a:moveTo>
                <a:lnTo>
                  <a:pt x="6704934" y="0"/>
                </a:lnTo>
                <a:lnTo>
                  <a:pt x="6704934" y="5061754"/>
                </a:lnTo>
                <a:lnTo>
                  <a:pt x="0" y="50617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34312" y="551509"/>
            <a:ext cx="3226014" cy="9183981"/>
            <a:chOff x="0" y="0"/>
            <a:chExt cx="4301351" cy="122453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8723577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5823245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2900332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304720" y="9673091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04720" y="6694328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304720" y="371825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304720" y="74218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70"/>
                  </a:lnTo>
                  <a:lnTo>
                    <a:pt x="0" y="1960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703512" y="1187751"/>
            <a:ext cx="1911078" cy="1041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64"/>
              </a:lnSpc>
              <a:spcBef>
                <a:spcPct val="0"/>
              </a:spcBef>
            </a:pPr>
            <a:r>
              <a:rPr lang="en-US" b="true" sz="611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 =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145804" y="389584"/>
            <a:ext cx="16154639" cy="1394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40"/>
              </a:lnSpc>
            </a:pPr>
            <a:r>
              <a:rPr lang="en-US" sz="81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5° Passo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873498" y="1680162"/>
            <a:ext cx="7075036" cy="755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64"/>
              </a:lnSpc>
            </a:pPr>
            <a:r>
              <a:rPr lang="en-US" sz="4403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Exemplo: 10 2 + 3 x 6 - 5 / </a:t>
            </a:r>
          </a:p>
        </p:txBody>
      </p:sp>
      <p:sp>
        <p:nvSpPr>
          <p:cNvPr name="AutoShape 14" id="14"/>
          <p:cNvSpPr/>
          <p:nvPr/>
        </p:nvSpPr>
        <p:spPr>
          <a:xfrm>
            <a:off x="12299567" y="2416839"/>
            <a:ext cx="36703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5610213" y="2969869"/>
            <a:ext cx="7289302" cy="2395927"/>
          </a:xfrm>
          <a:custGeom>
            <a:avLst/>
            <a:gdLst/>
            <a:ahLst/>
            <a:cxnLst/>
            <a:rect r="r" b="b" t="t" l="l"/>
            <a:pathLst>
              <a:path h="2395927" w="7289302">
                <a:moveTo>
                  <a:pt x="0" y="0"/>
                </a:moveTo>
                <a:lnTo>
                  <a:pt x="7289302" y="0"/>
                </a:lnTo>
                <a:lnTo>
                  <a:pt x="7289302" y="2395927"/>
                </a:lnTo>
                <a:lnTo>
                  <a:pt x="0" y="23959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5610213" y="5642669"/>
            <a:ext cx="7235906" cy="2934843"/>
          </a:xfrm>
          <a:custGeom>
            <a:avLst/>
            <a:gdLst/>
            <a:ahLst/>
            <a:cxnLst/>
            <a:rect r="r" b="b" t="t" l="l"/>
            <a:pathLst>
              <a:path h="2934843" w="7235906">
                <a:moveTo>
                  <a:pt x="0" y="0"/>
                </a:moveTo>
                <a:lnTo>
                  <a:pt x="7235906" y="0"/>
                </a:lnTo>
                <a:lnTo>
                  <a:pt x="7235906" y="2934843"/>
                </a:lnTo>
                <a:lnTo>
                  <a:pt x="0" y="29348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4357084" y="4322305"/>
            <a:ext cx="2755020" cy="3154942"/>
          </a:xfrm>
          <a:custGeom>
            <a:avLst/>
            <a:gdLst/>
            <a:ahLst/>
            <a:cxnLst/>
            <a:rect r="r" b="b" t="t" l="l"/>
            <a:pathLst>
              <a:path h="3154942" w="2755020">
                <a:moveTo>
                  <a:pt x="0" y="0"/>
                </a:moveTo>
                <a:lnTo>
                  <a:pt x="2755019" y="0"/>
                </a:lnTo>
                <a:lnTo>
                  <a:pt x="2755019" y="3154942"/>
                </a:lnTo>
                <a:lnTo>
                  <a:pt x="0" y="315494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703512" y="7999376"/>
            <a:ext cx="2263592" cy="1041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64"/>
              </a:lnSpc>
              <a:spcBef>
                <a:spcPct val="0"/>
              </a:spcBef>
            </a:pPr>
            <a:r>
              <a:rPr lang="en-US" b="true" sz="611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X = 12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56081" y="5795001"/>
            <a:ext cx="2411023" cy="919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520"/>
              </a:lnSpc>
              <a:spcBef>
                <a:spcPct val="0"/>
              </a:spcBef>
            </a:pPr>
            <a:r>
              <a:rPr lang="en-US" b="true" sz="537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Y = 3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703512" y="3458448"/>
            <a:ext cx="1911078" cy="1041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64"/>
              </a:lnSpc>
              <a:spcBef>
                <a:spcPct val="0"/>
              </a:spcBef>
            </a:pPr>
            <a:r>
              <a:rPr lang="en-US" b="true" sz="611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Z =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899765" y="3477498"/>
            <a:ext cx="1669656" cy="792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11"/>
              </a:lnSpc>
            </a:pPr>
            <a:r>
              <a:rPr lang="en-US" sz="457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IDE: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34312" y="551509"/>
            <a:ext cx="3226014" cy="9183981"/>
            <a:chOff x="0" y="0"/>
            <a:chExt cx="4301351" cy="122453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8723577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5823245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2900332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304720" y="9673091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04720" y="6694328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304720" y="371825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304720" y="74218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70"/>
                  </a:lnTo>
                  <a:lnTo>
                    <a:pt x="0" y="1960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703512" y="7999376"/>
            <a:ext cx="2263592" cy="1041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64"/>
              </a:lnSpc>
              <a:spcBef>
                <a:spcPct val="0"/>
              </a:spcBef>
            </a:pPr>
            <a:r>
              <a:rPr lang="en-US" b="true" sz="611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X = 36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56081" y="5795001"/>
            <a:ext cx="2411023" cy="919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520"/>
              </a:lnSpc>
              <a:spcBef>
                <a:spcPct val="0"/>
              </a:spcBef>
            </a:pPr>
            <a:r>
              <a:rPr lang="en-US" b="true" sz="537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Y =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03512" y="3458448"/>
            <a:ext cx="1911078" cy="1041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64"/>
              </a:lnSpc>
              <a:spcBef>
                <a:spcPct val="0"/>
              </a:spcBef>
            </a:pPr>
            <a:r>
              <a:rPr lang="en-US" b="true" sz="611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Z =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03512" y="1187751"/>
            <a:ext cx="1911078" cy="1041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64"/>
              </a:lnSpc>
              <a:spcBef>
                <a:spcPct val="0"/>
              </a:spcBef>
            </a:pPr>
            <a:r>
              <a:rPr lang="en-US" b="true" sz="611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 =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145804" y="389584"/>
            <a:ext cx="16154639" cy="1394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40"/>
              </a:lnSpc>
            </a:pPr>
            <a:r>
              <a:rPr lang="en-US" sz="81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6° Passo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231770" y="1689687"/>
            <a:ext cx="6758055" cy="716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8"/>
              </a:lnSpc>
            </a:pPr>
            <a:r>
              <a:rPr lang="en-US" sz="4206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Exemplo: 10 2 + 3 x 6 - 5 / </a:t>
            </a:r>
          </a:p>
        </p:txBody>
      </p:sp>
      <p:sp>
        <p:nvSpPr>
          <p:cNvPr name="AutoShape 17" id="17"/>
          <p:cNvSpPr/>
          <p:nvPr/>
        </p:nvSpPr>
        <p:spPr>
          <a:xfrm>
            <a:off x="12894478" y="2386821"/>
            <a:ext cx="36703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8" id="18"/>
          <p:cNvSpPr/>
          <p:nvPr/>
        </p:nvSpPr>
        <p:spPr>
          <a:xfrm flipH="false" flipV="false" rot="0">
            <a:off x="7914588" y="2754199"/>
            <a:ext cx="7627924" cy="6287149"/>
          </a:xfrm>
          <a:custGeom>
            <a:avLst/>
            <a:gdLst/>
            <a:ahLst/>
            <a:cxnLst/>
            <a:rect r="r" b="b" t="t" l="l"/>
            <a:pathLst>
              <a:path h="6287149" w="7627924">
                <a:moveTo>
                  <a:pt x="0" y="0"/>
                </a:moveTo>
                <a:lnTo>
                  <a:pt x="7627924" y="0"/>
                </a:lnTo>
                <a:lnTo>
                  <a:pt x="7627924" y="6287149"/>
                </a:lnTo>
                <a:lnTo>
                  <a:pt x="0" y="62871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34312" y="551509"/>
            <a:ext cx="3226014" cy="9183981"/>
            <a:chOff x="0" y="0"/>
            <a:chExt cx="4301351" cy="122453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8723577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5823245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2900332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304720" y="9673091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04720" y="6694328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304720" y="371825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304720" y="74218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70"/>
                  </a:lnTo>
                  <a:lnTo>
                    <a:pt x="0" y="1960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703512" y="7999376"/>
            <a:ext cx="2263592" cy="1041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64"/>
              </a:lnSpc>
              <a:spcBef>
                <a:spcPct val="0"/>
              </a:spcBef>
            </a:pPr>
            <a:r>
              <a:rPr lang="en-US" b="true" sz="611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X = 36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56081" y="5795001"/>
            <a:ext cx="2411023" cy="919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520"/>
              </a:lnSpc>
              <a:spcBef>
                <a:spcPct val="0"/>
              </a:spcBef>
            </a:pPr>
            <a:r>
              <a:rPr lang="en-US" b="true" sz="537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Y =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03512" y="3458448"/>
            <a:ext cx="1911078" cy="1041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64"/>
              </a:lnSpc>
              <a:spcBef>
                <a:spcPct val="0"/>
              </a:spcBef>
            </a:pPr>
            <a:r>
              <a:rPr lang="en-US" b="true" sz="611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Z =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03512" y="1187751"/>
            <a:ext cx="1911078" cy="1041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64"/>
              </a:lnSpc>
              <a:spcBef>
                <a:spcPct val="0"/>
              </a:spcBef>
            </a:pPr>
            <a:r>
              <a:rPr lang="en-US" b="true" sz="611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 =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145804" y="389584"/>
            <a:ext cx="16154639" cy="1394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40"/>
              </a:lnSpc>
            </a:pPr>
            <a:r>
              <a:rPr lang="en-US" sz="81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6° Passo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223123" y="1689687"/>
            <a:ext cx="6758055" cy="716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8"/>
              </a:lnSpc>
            </a:pPr>
            <a:r>
              <a:rPr lang="en-US" sz="4206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Exemplo: 10 2 + 3 x 6 - 5 / </a:t>
            </a:r>
          </a:p>
        </p:txBody>
      </p:sp>
      <p:sp>
        <p:nvSpPr>
          <p:cNvPr name="AutoShape 17" id="17"/>
          <p:cNvSpPr/>
          <p:nvPr/>
        </p:nvSpPr>
        <p:spPr>
          <a:xfrm>
            <a:off x="12894478" y="2386821"/>
            <a:ext cx="36703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8" id="18"/>
          <p:cNvSpPr/>
          <p:nvPr/>
        </p:nvSpPr>
        <p:spPr>
          <a:xfrm flipH="false" flipV="false" rot="0">
            <a:off x="4763795" y="1784037"/>
            <a:ext cx="5899537" cy="4174611"/>
          </a:xfrm>
          <a:custGeom>
            <a:avLst/>
            <a:gdLst/>
            <a:ahLst/>
            <a:cxnLst/>
            <a:rect r="r" b="b" t="t" l="l"/>
            <a:pathLst>
              <a:path h="4174611" w="5899537">
                <a:moveTo>
                  <a:pt x="0" y="0"/>
                </a:moveTo>
                <a:lnTo>
                  <a:pt x="5899537" y="0"/>
                </a:lnTo>
                <a:lnTo>
                  <a:pt x="5899537" y="4174611"/>
                </a:lnTo>
                <a:lnTo>
                  <a:pt x="0" y="41746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1460023" y="3325809"/>
            <a:ext cx="6673122" cy="5962478"/>
          </a:xfrm>
          <a:custGeom>
            <a:avLst/>
            <a:gdLst/>
            <a:ahLst/>
            <a:cxnLst/>
            <a:rect r="r" b="b" t="t" l="l"/>
            <a:pathLst>
              <a:path h="5962478" w="6673122">
                <a:moveTo>
                  <a:pt x="0" y="0"/>
                </a:moveTo>
                <a:lnTo>
                  <a:pt x="6673122" y="0"/>
                </a:lnTo>
                <a:lnTo>
                  <a:pt x="6673122" y="5962478"/>
                </a:lnTo>
                <a:lnTo>
                  <a:pt x="0" y="596247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AutoShape 20" id="20"/>
          <p:cNvSpPr/>
          <p:nvPr/>
        </p:nvSpPr>
        <p:spPr>
          <a:xfrm flipV="true">
            <a:off x="10680970" y="4043782"/>
            <a:ext cx="687604" cy="168506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34312" y="551509"/>
            <a:ext cx="3226014" cy="9183981"/>
            <a:chOff x="0" y="0"/>
            <a:chExt cx="4301351" cy="122453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8723577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5823245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2900332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304720" y="9673091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04720" y="6694328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304720" y="371825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304720" y="74218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70"/>
                  </a:lnTo>
                  <a:lnTo>
                    <a:pt x="0" y="1960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703512" y="1187751"/>
            <a:ext cx="1911078" cy="1041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64"/>
              </a:lnSpc>
              <a:spcBef>
                <a:spcPct val="0"/>
              </a:spcBef>
            </a:pPr>
            <a:r>
              <a:rPr lang="en-US" b="true" sz="611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 =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145804" y="389584"/>
            <a:ext cx="16154639" cy="1394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40"/>
              </a:lnSpc>
            </a:pPr>
            <a:r>
              <a:rPr lang="en-US" sz="81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6° Passo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231770" y="1689687"/>
            <a:ext cx="6758055" cy="716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8"/>
              </a:lnSpc>
            </a:pPr>
            <a:r>
              <a:rPr lang="en-US" sz="4206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Exemplo: 10 2 + 3 x 6 - 5 / </a:t>
            </a:r>
          </a:p>
        </p:txBody>
      </p:sp>
      <p:sp>
        <p:nvSpPr>
          <p:cNvPr name="AutoShape 14" id="14"/>
          <p:cNvSpPr/>
          <p:nvPr/>
        </p:nvSpPr>
        <p:spPr>
          <a:xfrm>
            <a:off x="12894478" y="2386821"/>
            <a:ext cx="36703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10171175" y="4257752"/>
            <a:ext cx="2879245" cy="3586429"/>
          </a:xfrm>
          <a:custGeom>
            <a:avLst/>
            <a:gdLst/>
            <a:ahLst/>
            <a:cxnLst/>
            <a:rect r="r" b="b" t="t" l="l"/>
            <a:pathLst>
              <a:path h="3586429" w="2879245">
                <a:moveTo>
                  <a:pt x="0" y="0"/>
                </a:moveTo>
                <a:lnTo>
                  <a:pt x="2879246" y="0"/>
                </a:lnTo>
                <a:lnTo>
                  <a:pt x="2879246" y="3586429"/>
                </a:lnTo>
                <a:lnTo>
                  <a:pt x="0" y="358642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703512" y="7999376"/>
            <a:ext cx="2263592" cy="1041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64"/>
              </a:lnSpc>
              <a:spcBef>
                <a:spcPct val="0"/>
              </a:spcBef>
            </a:pPr>
            <a:r>
              <a:rPr lang="en-US" b="true" sz="611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X = 36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56081" y="5795001"/>
            <a:ext cx="2411023" cy="919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520"/>
              </a:lnSpc>
              <a:spcBef>
                <a:spcPct val="0"/>
              </a:spcBef>
            </a:pPr>
            <a:r>
              <a:rPr lang="en-US" b="true" sz="537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Y =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703512" y="3458448"/>
            <a:ext cx="1911078" cy="1041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64"/>
              </a:lnSpc>
              <a:spcBef>
                <a:spcPct val="0"/>
              </a:spcBef>
            </a:pPr>
            <a:r>
              <a:rPr lang="en-US" b="true" sz="611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Z =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050981" y="3253312"/>
            <a:ext cx="1119634" cy="783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40"/>
              </a:lnSpc>
            </a:pPr>
            <a:r>
              <a:rPr lang="en-US" sz="46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IDE: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34312" y="551509"/>
            <a:ext cx="3226014" cy="9183981"/>
            <a:chOff x="0" y="0"/>
            <a:chExt cx="4301351" cy="122453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8723577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5823245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2900332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304720" y="9673091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04720" y="6694328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304720" y="371825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304720" y="74218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70"/>
                  </a:lnTo>
                  <a:lnTo>
                    <a:pt x="0" y="1960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703512" y="7999376"/>
            <a:ext cx="2263592" cy="1041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64"/>
              </a:lnSpc>
              <a:spcBef>
                <a:spcPct val="0"/>
              </a:spcBef>
            </a:pPr>
            <a:r>
              <a:rPr lang="en-US" b="true" sz="611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X = 36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56081" y="5795001"/>
            <a:ext cx="2411023" cy="919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520"/>
              </a:lnSpc>
              <a:spcBef>
                <a:spcPct val="0"/>
              </a:spcBef>
            </a:pPr>
            <a:r>
              <a:rPr lang="en-US" b="true" sz="537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Y = 6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03512" y="3458448"/>
            <a:ext cx="1911078" cy="1041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64"/>
              </a:lnSpc>
              <a:spcBef>
                <a:spcPct val="0"/>
              </a:spcBef>
            </a:pPr>
            <a:r>
              <a:rPr lang="en-US" b="true" sz="611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Z =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03512" y="1187751"/>
            <a:ext cx="1911078" cy="1041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64"/>
              </a:lnSpc>
              <a:spcBef>
                <a:spcPct val="0"/>
              </a:spcBef>
            </a:pPr>
            <a:r>
              <a:rPr lang="en-US" b="true" sz="611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 =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145804" y="389584"/>
            <a:ext cx="16154639" cy="1394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40"/>
              </a:lnSpc>
            </a:pPr>
            <a:r>
              <a:rPr lang="en-US" sz="81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7° Passo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231770" y="1689687"/>
            <a:ext cx="6758055" cy="716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8"/>
              </a:lnSpc>
            </a:pPr>
            <a:r>
              <a:rPr lang="en-US" sz="4206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Exemplo: 10 2 + 3 x 6 - 5 / </a:t>
            </a:r>
          </a:p>
        </p:txBody>
      </p:sp>
      <p:sp>
        <p:nvSpPr>
          <p:cNvPr name="AutoShape 17" id="17"/>
          <p:cNvSpPr/>
          <p:nvPr/>
        </p:nvSpPr>
        <p:spPr>
          <a:xfrm>
            <a:off x="13335152" y="2386821"/>
            <a:ext cx="36703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8" id="18"/>
          <p:cNvSpPr/>
          <p:nvPr/>
        </p:nvSpPr>
        <p:spPr>
          <a:xfrm flipH="false" flipV="false" rot="0">
            <a:off x="7300256" y="2436005"/>
            <a:ext cx="8621083" cy="1852464"/>
          </a:xfrm>
          <a:custGeom>
            <a:avLst/>
            <a:gdLst/>
            <a:ahLst/>
            <a:cxnLst/>
            <a:rect r="r" b="b" t="t" l="l"/>
            <a:pathLst>
              <a:path h="1852464" w="8621083">
                <a:moveTo>
                  <a:pt x="0" y="0"/>
                </a:moveTo>
                <a:lnTo>
                  <a:pt x="8621083" y="0"/>
                </a:lnTo>
                <a:lnTo>
                  <a:pt x="8621083" y="1852464"/>
                </a:lnTo>
                <a:lnTo>
                  <a:pt x="0" y="18524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8097504" y="4500420"/>
            <a:ext cx="6704935" cy="5061753"/>
          </a:xfrm>
          <a:custGeom>
            <a:avLst/>
            <a:gdLst/>
            <a:ahLst/>
            <a:cxnLst/>
            <a:rect r="r" b="b" t="t" l="l"/>
            <a:pathLst>
              <a:path h="5061753" w="6704935">
                <a:moveTo>
                  <a:pt x="0" y="0"/>
                </a:moveTo>
                <a:lnTo>
                  <a:pt x="6704934" y="0"/>
                </a:lnTo>
                <a:lnTo>
                  <a:pt x="6704934" y="5061754"/>
                </a:lnTo>
                <a:lnTo>
                  <a:pt x="0" y="50617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34312" y="551509"/>
            <a:ext cx="3226014" cy="9183981"/>
            <a:chOff x="0" y="0"/>
            <a:chExt cx="4301351" cy="122453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8723577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5823245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2900332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304720" y="9673091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04720" y="6694328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304720" y="371825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304720" y="74218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70"/>
                  </a:lnTo>
                  <a:lnTo>
                    <a:pt x="0" y="1960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703512" y="1187751"/>
            <a:ext cx="1911078" cy="1041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64"/>
              </a:lnSpc>
              <a:spcBef>
                <a:spcPct val="0"/>
              </a:spcBef>
            </a:pPr>
            <a:r>
              <a:rPr lang="en-US" b="true" sz="611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 =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145804" y="389584"/>
            <a:ext cx="16154639" cy="1394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40"/>
              </a:lnSpc>
            </a:pPr>
            <a:r>
              <a:rPr lang="en-US" sz="81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7° Passo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231770" y="1689687"/>
            <a:ext cx="6758055" cy="716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8"/>
              </a:lnSpc>
            </a:pPr>
            <a:r>
              <a:rPr lang="en-US" sz="4206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Exemplo: 10 2 + 3 x 6 - 5 / </a:t>
            </a:r>
          </a:p>
        </p:txBody>
      </p:sp>
      <p:sp>
        <p:nvSpPr>
          <p:cNvPr name="AutoShape 14" id="14"/>
          <p:cNvSpPr/>
          <p:nvPr/>
        </p:nvSpPr>
        <p:spPr>
          <a:xfrm>
            <a:off x="13335152" y="2386821"/>
            <a:ext cx="36703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5610213" y="2969869"/>
            <a:ext cx="7289302" cy="2395927"/>
          </a:xfrm>
          <a:custGeom>
            <a:avLst/>
            <a:gdLst/>
            <a:ahLst/>
            <a:cxnLst/>
            <a:rect r="r" b="b" t="t" l="l"/>
            <a:pathLst>
              <a:path h="2395927" w="7289302">
                <a:moveTo>
                  <a:pt x="0" y="0"/>
                </a:moveTo>
                <a:lnTo>
                  <a:pt x="7289302" y="0"/>
                </a:lnTo>
                <a:lnTo>
                  <a:pt x="7289302" y="2395927"/>
                </a:lnTo>
                <a:lnTo>
                  <a:pt x="0" y="23959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5610213" y="5642669"/>
            <a:ext cx="7235906" cy="2934843"/>
          </a:xfrm>
          <a:custGeom>
            <a:avLst/>
            <a:gdLst/>
            <a:ahLst/>
            <a:cxnLst/>
            <a:rect r="r" b="b" t="t" l="l"/>
            <a:pathLst>
              <a:path h="2934843" w="7235906">
                <a:moveTo>
                  <a:pt x="0" y="0"/>
                </a:moveTo>
                <a:lnTo>
                  <a:pt x="7235906" y="0"/>
                </a:lnTo>
                <a:lnTo>
                  <a:pt x="7235906" y="2934843"/>
                </a:lnTo>
                <a:lnTo>
                  <a:pt x="0" y="29348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4069268" y="5142472"/>
            <a:ext cx="2532423" cy="3143698"/>
          </a:xfrm>
          <a:custGeom>
            <a:avLst/>
            <a:gdLst/>
            <a:ahLst/>
            <a:cxnLst/>
            <a:rect r="r" b="b" t="t" l="l"/>
            <a:pathLst>
              <a:path h="3143698" w="2532423">
                <a:moveTo>
                  <a:pt x="0" y="0"/>
                </a:moveTo>
                <a:lnTo>
                  <a:pt x="2532423" y="0"/>
                </a:lnTo>
                <a:lnTo>
                  <a:pt x="2532423" y="3143697"/>
                </a:lnTo>
                <a:lnTo>
                  <a:pt x="0" y="314369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703512" y="7999376"/>
            <a:ext cx="2263592" cy="1041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64"/>
              </a:lnSpc>
              <a:spcBef>
                <a:spcPct val="0"/>
              </a:spcBef>
            </a:pPr>
            <a:r>
              <a:rPr lang="en-US" b="true" sz="611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X = 36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56081" y="5795001"/>
            <a:ext cx="2411023" cy="919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520"/>
              </a:lnSpc>
              <a:spcBef>
                <a:spcPct val="0"/>
              </a:spcBef>
            </a:pPr>
            <a:r>
              <a:rPr lang="en-US" b="true" sz="537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Y = 6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703512" y="3458448"/>
            <a:ext cx="1911078" cy="1041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64"/>
              </a:lnSpc>
              <a:spcBef>
                <a:spcPct val="0"/>
              </a:spcBef>
            </a:pPr>
            <a:r>
              <a:rPr lang="en-US" b="true" sz="611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Z =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702662" y="4009248"/>
            <a:ext cx="1265634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IDE: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34312" y="551509"/>
            <a:ext cx="3226014" cy="9183981"/>
            <a:chOff x="0" y="0"/>
            <a:chExt cx="4301351" cy="122453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8723577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5823245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2900332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304720" y="9673091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04720" y="6694328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304720" y="371825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304720" y="74218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70"/>
                  </a:lnTo>
                  <a:lnTo>
                    <a:pt x="0" y="1960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703512" y="7999376"/>
            <a:ext cx="2263592" cy="1041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64"/>
              </a:lnSpc>
              <a:spcBef>
                <a:spcPct val="0"/>
              </a:spcBef>
            </a:pPr>
            <a:r>
              <a:rPr lang="en-US" b="true" sz="611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X = 30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56081" y="5795001"/>
            <a:ext cx="2411023" cy="919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520"/>
              </a:lnSpc>
              <a:spcBef>
                <a:spcPct val="0"/>
              </a:spcBef>
            </a:pPr>
            <a:r>
              <a:rPr lang="en-US" b="true" sz="537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Y =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03512" y="3458448"/>
            <a:ext cx="1911078" cy="1041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64"/>
              </a:lnSpc>
              <a:spcBef>
                <a:spcPct val="0"/>
              </a:spcBef>
            </a:pPr>
            <a:r>
              <a:rPr lang="en-US" b="true" sz="611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Z =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03512" y="1187751"/>
            <a:ext cx="1911078" cy="1041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64"/>
              </a:lnSpc>
              <a:spcBef>
                <a:spcPct val="0"/>
              </a:spcBef>
            </a:pPr>
            <a:r>
              <a:rPr lang="en-US" b="true" sz="611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 =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145804" y="389584"/>
            <a:ext cx="16154639" cy="1394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40"/>
              </a:lnSpc>
            </a:pPr>
            <a:r>
              <a:rPr lang="en-US" sz="81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8° Passo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231770" y="1689687"/>
            <a:ext cx="6758055" cy="716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8"/>
              </a:lnSpc>
            </a:pPr>
            <a:r>
              <a:rPr lang="en-US" sz="4206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Exemplo: 10 2 + 3 x 6 - 5 / </a:t>
            </a:r>
          </a:p>
        </p:txBody>
      </p:sp>
      <p:sp>
        <p:nvSpPr>
          <p:cNvPr name="AutoShape 17" id="17"/>
          <p:cNvSpPr/>
          <p:nvPr/>
        </p:nvSpPr>
        <p:spPr>
          <a:xfrm>
            <a:off x="13709726" y="2386821"/>
            <a:ext cx="36703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8" id="18"/>
          <p:cNvSpPr/>
          <p:nvPr/>
        </p:nvSpPr>
        <p:spPr>
          <a:xfrm flipH="false" flipV="false" rot="0">
            <a:off x="7914588" y="2754199"/>
            <a:ext cx="7627924" cy="6287149"/>
          </a:xfrm>
          <a:custGeom>
            <a:avLst/>
            <a:gdLst/>
            <a:ahLst/>
            <a:cxnLst/>
            <a:rect r="r" b="b" t="t" l="l"/>
            <a:pathLst>
              <a:path h="6287149" w="7627924">
                <a:moveTo>
                  <a:pt x="0" y="0"/>
                </a:moveTo>
                <a:lnTo>
                  <a:pt x="7627924" y="0"/>
                </a:lnTo>
                <a:lnTo>
                  <a:pt x="7627924" y="6287149"/>
                </a:lnTo>
                <a:lnTo>
                  <a:pt x="0" y="62871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34312" y="551509"/>
            <a:ext cx="3226014" cy="9183981"/>
            <a:chOff x="0" y="0"/>
            <a:chExt cx="4301351" cy="122453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8723577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5823245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2900332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304720" y="9673091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04720" y="6694328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304720" y="371825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304720" y="74218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70"/>
                  </a:lnTo>
                  <a:lnTo>
                    <a:pt x="0" y="1960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703512" y="7999376"/>
            <a:ext cx="2263592" cy="1041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64"/>
              </a:lnSpc>
              <a:spcBef>
                <a:spcPct val="0"/>
              </a:spcBef>
            </a:pPr>
            <a:r>
              <a:rPr lang="en-US" b="true" sz="611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X = 30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56081" y="5795001"/>
            <a:ext cx="2411023" cy="919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520"/>
              </a:lnSpc>
              <a:spcBef>
                <a:spcPct val="0"/>
              </a:spcBef>
            </a:pPr>
            <a:r>
              <a:rPr lang="en-US" b="true" sz="537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Y =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03512" y="3458448"/>
            <a:ext cx="1911078" cy="1041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64"/>
              </a:lnSpc>
              <a:spcBef>
                <a:spcPct val="0"/>
              </a:spcBef>
            </a:pPr>
            <a:r>
              <a:rPr lang="en-US" b="true" sz="611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Z =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03512" y="1187751"/>
            <a:ext cx="1911078" cy="1041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64"/>
              </a:lnSpc>
              <a:spcBef>
                <a:spcPct val="0"/>
              </a:spcBef>
            </a:pPr>
            <a:r>
              <a:rPr lang="en-US" b="true" sz="611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 =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145804" y="389584"/>
            <a:ext cx="16154639" cy="1394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40"/>
              </a:lnSpc>
            </a:pPr>
            <a:r>
              <a:rPr lang="en-US" sz="81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8° Passo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719763" y="1513539"/>
            <a:ext cx="6758055" cy="716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8"/>
              </a:lnSpc>
            </a:pPr>
            <a:r>
              <a:rPr lang="en-US" sz="4206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Exemplo: 10 2 + 3 x 6 - 5 / </a:t>
            </a:r>
          </a:p>
        </p:txBody>
      </p:sp>
      <p:sp>
        <p:nvSpPr>
          <p:cNvPr name="AutoShape 17" id="17"/>
          <p:cNvSpPr/>
          <p:nvPr/>
        </p:nvSpPr>
        <p:spPr>
          <a:xfrm>
            <a:off x="16221572" y="2229723"/>
            <a:ext cx="36703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8" id="18"/>
          <p:cNvSpPr/>
          <p:nvPr/>
        </p:nvSpPr>
        <p:spPr>
          <a:xfrm flipH="false" flipV="false" rot="0">
            <a:off x="4763795" y="1784037"/>
            <a:ext cx="5899537" cy="4174611"/>
          </a:xfrm>
          <a:custGeom>
            <a:avLst/>
            <a:gdLst/>
            <a:ahLst/>
            <a:cxnLst/>
            <a:rect r="r" b="b" t="t" l="l"/>
            <a:pathLst>
              <a:path h="4174611" w="5899537">
                <a:moveTo>
                  <a:pt x="0" y="0"/>
                </a:moveTo>
                <a:lnTo>
                  <a:pt x="5899537" y="0"/>
                </a:lnTo>
                <a:lnTo>
                  <a:pt x="5899537" y="4174611"/>
                </a:lnTo>
                <a:lnTo>
                  <a:pt x="0" y="41746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1460023" y="3325809"/>
            <a:ext cx="6673122" cy="5962478"/>
          </a:xfrm>
          <a:custGeom>
            <a:avLst/>
            <a:gdLst/>
            <a:ahLst/>
            <a:cxnLst/>
            <a:rect r="r" b="b" t="t" l="l"/>
            <a:pathLst>
              <a:path h="5962478" w="6673122">
                <a:moveTo>
                  <a:pt x="0" y="0"/>
                </a:moveTo>
                <a:lnTo>
                  <a:pt x="6673122" y="0"/>
                </a:lnTo>
                <a:lnTo>
                  <a:pt x="6673122" y="5962478"/>
                </a:lnTo>
                <a:lnTo>
                  <a:pt x="0" y="596247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AutoShape 20" id="20"/>
          <p:cNvSpPr/>
          <p:nvPr/>
        </p:nvSpPr>
        <p:spPr>
          <a:xfrm flipV="true">
            <a:off x="10680970" y="4043782"/>
            <a:ext cx="687604" cy="168506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34312" y="551509"/>
            <a:ext cx="3226014" cy="9183981"/>
            <a:chOff x="0" y="0"/>
            <a:chExt cx="4301351" cy="122453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8723577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5823245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2900332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304720" y="9673091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04720" y="6694328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304720" y="371825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304720" y="74218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70"/>
                  </a:lnTo>
                  <a:lnTo>
                    <a:pt x="0" y="1960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703512" y="1187751"/>
            <a:ext cx="1911078" cy="1041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64"/>
              </a:lnSpc>
              <a:spcBef>
                <a:spcPct val="0"/>
              </a:spcBef>
            </a:pPr>
            <a:r>
              <a:rPr lang="en-US" b="true" sz="611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 =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145804" y="389584"/>
            <a:ext cx="16154639" cy="1394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40"/>
              </a:lnSpc>
            </a:pPr>
            <a:r>
              <a:rPr lang="en-US" sz="81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8° Passo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231770" y="1689687"/>
            <a:ext cx="6758055" cy="716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8"/>
              </a:lnSpc>
            </a:pPr>
            <a:r>
              <a:rPr lang="en-US" sz="4206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Exemplo: 10 2 + 3 x 6 - 5 / </a:t>
            </a:r>
          </a:p>
        </p:txBody>
      </p:sp>
      <p:sp>
        <p:nvSpPr>
          <p:cNvPr name="AutoShape 14" id="14"/>
          <p:cNvSpPr/>
          <p:nvPr/>
        </p:nvSpPr>
        <p:spPr>
          <a:xfrm>
            <a:off x="13709726" y="2386821"/>
            <a:ext cx="36703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10331541" y="4288785"/>
            <a:ext cx="2736891" cy="3247159"/>
          </a:xfrm>
          <a:custGeom>
            <a:avLst/>
            <a:gdLst/>
            <a:ahLst/>
            <a:cxnLst/>
            <a:rect r="r" b="b" t="t" l="l"/>
            <a:pathLst>
              <a:path h="3247159" w="2736891">
                <a:moveTo>
                  <a:pt x="0" y="0"/>
                </a:moveTo>
                <a:lnTo>
                  <a:pt x="2736892" y="0"/>
                </a:lnTo>
                <a:lnTo>
                  <a:pt x="2736892" y="3247159"/>
                </a:lnTo>
                <a:lnTo>
                  <a:pt x="0" y="32471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703512" y="7999376"/>
            <a:ext cx="2263592" cy="1041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64"/>
              </a:lnSpc>
              <a:spcBef>
                <a:spcPct val="0"/>
              </a:spcBef>
            </a:pPr>
            <a:r>
              <a:rPr lang="en-US" b="true" sz="611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X = 30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56081" y="5795001"/>
            <a:ext cx="2411023" cy="919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520"/>
              </a:lnSpc>
              <a:spcBef>
                <a:spcPct val="0"/>
              </a:spcBef>
            </a:pPr>
            <a:r>
              <a:rPr lang="en-US" b="true" sz="537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Y =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703512" y="3458448"/>
            <a:ext cx="1911078" cy="1041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64"/>
              </a:lnSpc>
              <a:spcBef>
                <a:spcPct val="0"/>
              </a:spcBef>
            </a:pPr>
            <a:r>
              <a:rPr lang="en-US" b="true" sz="611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Z =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050981" y="3253312"/>
            <a:ext cx="1119634" cy="783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40"/>
              </a:lnSpc>
            </a:pPr>
            <a:r>
              <a:rPr lang="en-US" sz="46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IDE: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34312" y="551509"/>
            <a:ext cx="3226014" cy="9183981"/>
            <a:chOff x="0" y="0"/>
            <a:chExt cx="4301351" cy="122453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8723577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5823245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2900332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304720" y="9673091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04720" y="6694328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304720" y="371825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304720" y="74218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70"/>
                  </a:lnTo>
                  <a:lnTo>
                    <a:pt x="0" y="1960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703512" y="7999376"/>
            <a:ext cx="2263592" cy="1041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64"/>
              </a:lnSpc>
              <a:spcBef>
                <a:spcPct val="0"/>
              </a:spcBef>
            </a:pPr>
            <a:r>
              <a:rPr lang="en-US" b="true" sz="611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X = 30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56081" y="5795001"/>
            <a:ext cx="2411023" cy="919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520"/>
              </a:lnSpc>
              <a:spcBef>
                <a:spcPct val="0"/>
              </a:spcBef>
            </a:pPr>
            <a:r>
              <a:rPr lang="en-US" b="true" sz="537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Y = 5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03512" y="3458448"/>
            <a:ext cx="1911078" cy="1041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64"/>
              </a:lnSpc>
              <a:spcBef>
                <a:spcPct val="0"/>
              </a:spcBef>
            </a:pPr>
            <a:r>
              <a:rPr lang="en-US" b="true" sz="611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Z =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03512" y="1187751"/>
            <a:ext cx="1911078" cy="1041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64"/>
              </a:lnSpc>
              <a:spcBef>
                <a:spcPct val="0"/>
              </a:spcBef>
            </a:pPr>
            <a:r>
              <a:rPr lang="en-US" b="true" sz="611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 =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145804" y="389584"/>
            <a:ext cx="16154639" cy="1394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40"/>
              </a:lnSpc>
            </a:pPr>
            <a:r>
              <a:rPr lang="en-US" sz="81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9° Passo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231770" y="1689687"/>
            <a:ext cx="6758055" cy="716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8"/>
              </a:lnSpc>
            </a:pPr>
            <a:r>
              <a:rPr lang="en-US" sz="4206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Exemplo: 10 2 + 3 x 6 - 5 / </a:t>
            </a:r>
          </a:p>
        </p:txBody>
      </p:sp>
      <p:sp>
        <p:nvSpPr>
          <p:cNvPr name="AutoShape 17" id="17"/>
          <p:cNvSpPr/>
          <p:nvPr/>
        </p:nvSpPr>
        <p:spPr>
          <a:xfrm>
            <a:off x="14084299" y="2386821"/>
            <a:ext cx="36703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8" id="18"/>
          <p:cNvSpPr/>
          <p:nvPr/>
        </p:nvSpPr>
        <p:spPr>
          <a:xfrm flipH="false" flipV="false" rot="0">
            <a:off x="7300256" y="2436005"/>
            <a:ext cx="8621083" cy="1852464"/>
          </a:xfrm>
          <a:custGeom>
            <a:avLst/>
            <a:gdLst/>
            <a:ahLst/>
            <a:cxnLst/>
            <a:rect r="r" b="b" t="t" l="l"/>
            <a:pathLst>
              <a:path h="1852464" w="8621083">
                <a:moveTo>
                  <a:pt x="0" y="0"/>
                </a:moveTo>
                <a:lnTo>
                  <a:pt x="8621083" y="0"/>
                </a:lnTo>
                <a:lnTo>
                  <a:pt x="8621083" y="1852464"/>
                </a:lnTo>
                <a:lnTo>
                  <a:pt x="0" y="18524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8097504" y="4500420"/>
            <a:ext cx="6704935" cy="5061753"/>
          </a:xfrm>
          <a:custGeom>
            <a:avLst/>
            <a:gdLst/>
            <a:ahLst/>
            <a:cxnLst/>
            <a:rect r="r" b="b" t="t" l="l"/>
            <a:pathLst>
              <a:path h="5061753" w="6704935">
                <a:moveTo>
                  <a:pt x="0" y="0"/>
                </a:moveTo>
                <a:lnTo>
                  <a:pt x="6704934" y="0"/>
                </a:lnTo>
                <a:lnTo>
                  <a:pt x="6704934" y="5061754"/>
                </a:lnTo>
                <a:lnTo>
                  <a:pt x="0" y="50617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34312" y="551509"/>
            <a:ext cx="3226014" cy="9183981"/>
            <a:chOff x="0" y="0"/>
            <a:chExt cx="4301351" cy="122453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8723577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5823245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2900332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304720" y="9673091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04720" y="6694328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304720" y="371825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304720" y="74218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70"/>
                  </a:lnTo>
                  <a:lnTo>
                    <a:pt x="0" y="1960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703512" y="1187751"/>
            <a:ext cx="1911078" cy="1041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64"/>
              </a:lnSpc>
              <a:spcBef>
                <a:spcPct val="0"/>
              </a:spcBef>
            </a:pPr>
            <a:r>
              <a:rPr lang="en-US" b="true" sz="611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 =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145804" y="389584"/>
            <a:ext cx="16154639" cy="1394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40"/>
              </a:lnSpc>
            </a:pPr>
            <a:r>
              <a:rPr lang="en-US" sz="81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9° Passo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231770" y="1689687"/>
            <a:ext cx="6758055" cy="716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8"/>
              </a:lnSpc>
            </a:pPr>
            <a:r>
              <a:rPr lang="en-US" sz="4206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Exemplo: 10 2 + 3 x 6 - 5 / </a:t>
            </a:r>
          </a:p>
        </p:txBody>
      </p:sp>
      <p:sp>
        <p:nvSpPr>
          <p:cNvPr name="AutoShape 14" id="14"/>
          <p:cNvSpPr/>
          <p:nvPr/>
        </p:nvSpPr>
        <p:spPr>
          <a:xfrm>
            <a:off x="14084299" y="2386821"/>
            <a:ext cx="36703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5610213" y="2969869"/>
            <a:ext cx="7289302" cy="2395927"/>
          </a:xfrm>
          <a:custGeom>
            <a:avLst/>
            <a:gdLst/>
            <a:ahLst/>
            <a:cxnLst/>
            <a:rect r="r" b="b" t="t" l="l"/>
            <a:pathLst>
              <a:path h="2395927" w="7289302">
                <a:moveTo>
                  <a:pt x="0" y="0"/>
                </a:moveTo>
                <a:lnTo>
                  <a:pt x="7289302" y="0"/>
                </a:lnTo>
                <a:lnTo>
                  <a:pt x="7289302" y="2395927"/>
                </a:lnTo>
                <a:lnTo>
                  <a:pt x="0" y="23959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5610213" y="5642669"/>
            <a:ext cx="7235906" cy="2934843"/>
          </a:xfrm>
          <a:custGeom>
            <a:avLst/>
            <a:gdLst/>
            <a:ahLst/>
            <a:cxnLst/>
            <a:rect r="r" b="b" t="t" l="l"/>
            <a:pathLst>
              <a:path h="2934843" w="7235906">
                <a:moveTo>
                  <a:pt x="0" y="0"/>
                </a:moveTo>
                <a:lnTo>
                  <a:pt x="7235906" y="0"/>
                </a:lnTo>
                <a:lnTo>
                  <a:pt x="7235906" y="2934843"/>
                </a:lnTo>
                <a:lnTo>
                  <a:pt x="0" y="29348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4084299" y="4896343"/>
            <a:ext cx="2661292" cy="3016131"/>
          </a:xfrm>
          <a:custGeom>
            <a:avLst/>
            <a:gdLst/>
            <a:ahLst/>
            <a:cxnLst/>
            <a:rect r="r" b="b" t="t" l="l"/>
            <a:pathLst>
              <a:path h="3016131" w="2661292">
                <a:moveTo>
                  <a:pt x="0" y="0"/>
                </a:moveTo>
                <a:lnTo>
                  <a:pt x="2661293" y="0"/>
                </a:lnTo>
                <a:lnTo>
                  <a:pt x="2661293" y="3016131"/>
                </a:lnTo>
                <a:lnTo>
                  <a:pt x="0" y="30161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703512" y="7999376"/>
            <a:ext cx="2263592" cy="1041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64"/>
              </a:lnSpc>
              <a:spcBef>
                <a:spcPct val="0"/>
              </a:spcBef>
            </a:pPr>
            <a:r>
              <a:rPr lang="en-US" b="true" sz="611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X = 30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56081" y="5795001"/>
            <a:ext cx="2411023" cy="919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520"/>
              </a:lnSpc>
              <a:spcBef>
                <a:spcPct val="0"/>
              </a:spcBef>
            </a:pPr>
            <a:r>
              <a:rPr lang="en-US" b="true" sz="537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Y = 5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703512" y="3458448"/>
            <a:ext cx="1911078" cy="1041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64"/>
              </a:lnSpc>
              <a:spcBef>
                <a:spcPct val="0"/>
              </a:spcBef>
            </a:pPr>
            <a:r>
              <a:rPr lang="en-US" b="true" sz="611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Z =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702662" y="4009248"/>
            <a:ext cx="1265634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IDE:</a:t>
            </a:r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34312" y="551509"/>
            <a:ext cx="3226014" cy="9183981"/>
            <a:chOff x="0" y="0"/>
            <a:chExt cx="4301351" cy="122453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8723577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5823245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2900332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304720" y="9673091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04720" y="6694328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304720" y="371825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304720" y="74218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70"/>
                  </a:lnTo>
                  <a:lnTo>
                    <a:pt x="0" y="1960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703512" y="7999376"/>
            <a:ext cx="2263592" cy="1041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64"/>
              </a:lnSpc>
              <a:spcBef>
                <a:spcPct val="0"/>
              </a:spcBef>
            </a:pPr>
            <a:r>
              <a:rPr lang="en-US" b="true" sz="611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X = 6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56081" y="5795001"/>
            <a:ext cx="2411023" cy="919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520"/>
              </a:lnSpc>
              <a:spcBef>
                <a:spcPct val="0"/>
              </a:spcBef>
            </a:pPr>
            <a:r>
              <a:rPr lang="en-US" b="true" sz="537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Y =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03512" y="3458448"/>
            <a:ext cx="1911078" cy="1041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64"/>
              </a:lnSpc>
              <a:spcBef>
                <a:spcPct val="0"/>
              </a:spcBef>
            </a:pPr>
            <a:r>
              <a:rPr lang="en-US" b="true" sz="611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Z =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03512" y="1187751"/>
            <a:ext cx="1911078" cy="1041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64"/>
              </a:lnSpc>
              <a:spcBef>
                <a:spcPct val="0"/>
              </a:spcBef>
            </a:pPr>
            <a:r>
              <a:rPr lang="en-US" b="true" sz="611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 =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145804" y="389584"/>
            <a:ext cx="16154639" cy="1394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40"/>
              </a:lnSpc>
            </a:pPr>
            <a:r>
              <a:rPr lang="en-US" sz="81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10° Passo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231770" y="1689687"/>
            <a:ext cx="6758055" cy="716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8"/>
              </a:lnSpc>
            </a:pPr>
            <a:r>
              <a:rPr lang="en-US" sz="4206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Exemplo: 10 2 + 3 x 6 - 5 / </a:t>
            </a:r>
          </a:p>
        </p:txBody>
      </p:sp>
      <p:sp>
        <p:nvSpPr>
          <p:cNvPr name="AutoShape 17" id="17"/>
          <p:cNvSpPr/>
          <p:nvPr/>
        </p:nvSpPr>
        <p:spPr>
          <a:xfrm>
            <a:off x="14424491" y="2405871"/>
            <a:ext cx="36703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8" id="18"/>
          <p:cNvSpPr/>
          <p:nvPr/>
        </p:nvSpPr>
        <p:spPr>
          <a:xfrm flipH="false" flipV="false" rot="0">
            <a:off x="7914588" y="2754199"/>
            <a:ext cx="7627924" cy="6287149"/>
          </a:xfrm>
          <a:custGeom>
            <a:avLst/>
            <a:gdLst/>
            <a:ahLst/>
            <a:cxnLst/>
            <a:rect r="r" b="b" t="t" l="l"/>
            <a:pathLst>
              <a:path h="6287149" w="7627924">
                <a:moveTo>
                  <a:pt x="0" y="0"/>
                </a:moveTo>
                <a:lnTo>
                  <a:pt x="7627924" y="0"/>
                </a:lnTo>
                <a:lnTo>
                  <a:pt x="7627924" y="6287149"/>
                </a:lnTo>
                <a:lnTo>
                  <a:pt x="0" y="62871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34312" y="551509"/>
            <a:ext cx="3226014" cy="9183981"/>
            <a:chOff x="0" y="0"/>
            <a:chExt cx="4301351" cy="122453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8723577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5823245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2900332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304720" y="9673091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04720" y="6694328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304720" y="371825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304720" y="74218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70"/>
                  </a:lnTo>
                  <a:lnTo>
                    <a:pt x="0" y="1960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703512" y="7999376"/>
            <a:ext cx="2263592" cy="1041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64"/>
              </a:lnSpc>
              <a:spcBef>
                <a:spcPct val="0"/>
              </a:spcBef>
            </a:pPr>
            <a:r>
              <a:rPr lang="en-US" b="true" sz="611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X = 6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56081" y="5795001"/>
            <a:ext cx="2411023" cy="919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520"/>
              </a:lnSpc>
              <a:spcBef>
                <a:spcPct val="0"/>
              </a:spcBef>
            </a:pPr>
            <a:r>
              <a:rPr lang="en-US" b="true" sz="537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Y =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03512" y="3458448"/>
            <a:ext cx="1911078" cy="1041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64"/>
              </a:lnSpc>
              <a:spcBef>
                <a:spcPct val="0"/>
              </a:spcBef>
            </a:pPr>
            <a:r>
              <a:rPr lang="en-US" b="true" sz="611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Z =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03512" y="1187751"/>
            <a:ext cx="1911078" cy="1041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64"/>
              </a:lnSpc>
              <a:spcBef>
                <a:spcPct val="0"/>
              </a:spcBef>
            </a:pPr>
            <a:r>
              <a:rPr lang="en-US" b="true" sz="611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 =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145804" y="389584"/>
            <a:ext cx="16154639" cy="1394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40"/>
              </a:lnSpc>
            </a:pPr>
            <a:r>
              <a:rPr lang="en-US" sz="81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10° Passo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045463" y="2009679"/>
            <a:ext cx="6758055" cy="716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8"/>
              </a:lnSpc>
            </a:pPr>
            <a:r>
              <a:rPr lang="en-US" sz="4206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Exemplo: 10 2 + 3 x 6 - 5 / </a:t>
            </a:r>
          </a:p>
        </p:txBody>
      </p:sp>
      <p:sp>
        <p:nvSpPr>
          <p:cNvPr name="AutoShape 17" id="17"/>
          <p:cNvSpPr/>
          <p:nvPr/>
        </p:nvSpPr>
        <p:spPr>
          <a:xfrm>
            <a:off x="14424491" y="2405871"/>
            <a:ext cx="36703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8" id="18"/>
          <p:cNvSpPr/>
          <p:nvPr/>
        </p:nvSpPr>
        <p:spPr>
          <a:xfrm flipH="false" flipV="false" rot="0">
            <a:off x="4763795" y="1784037"/>
            <a:ext cx="5899537" cy="4174611"/>
          </a:xfrm>
          <a:custGeom>
            <a:avLst/>
            <a:gdLst/>
            <a:ahLst/>
            <a:cxnLst/>
            <a:rect r="r" b="b" t="t" l="l"/>
            <a:pathLst>
              <a:path h="4174611" w="5899537">
                <a:moveTo>
                  <a:pt x="0" y="0"/>
                </a:moveTo>
                <a:lnTo>
                  <a:pt x="5899537" y="0"/>
                </a:lnTo>
                <a:lnTo>
                  <a:pt x="5899537" y="4174611"/>
                </a:lnTo>
                <a:lnTo>
                  <a:pt x="0" y="41746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1460023" y="3325809"/>
            <a:ext cx="6673122" cy="5962478"/>
          </a:xfrm>
          <a:custGeom>
            <a:avLst/>
            <a:gdLst/>
            <a:ahLst/>
            <a:cxnLst/>
            <a:rect r="r" b="b" t="t" l="l"/>
            <a:pathLst>
              <a:path h="5962478" w="6673122">
                <a:moveTo>
                  <a:pt x="0" y="0"/>
                </a:moveTo>
                <a:lnTo>
                  <a:pt x="6673122" y="0"/>
                </a:lnTo>
                <a:lnTo>
                  <a:pt x="6673122" y="5962478"/>
                </a:lnTo>
                <a:lnTo>
                  <a:pt x="0" y="596247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AutoShape 20" id="20"/>
          <p:cNvSpPr/>
          <p:nvPr/>
        </p:nvSpPr>
        <p:spPr>
          <a:xfrm flipV="true">
            <a:off x="10680970" y="4043782"/>
            <a:ext cx="687604" cy="168506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34312" y="551509"/>
            <a:ext cx="3226014" cy="9183981"/>
            <a:chOff x="0" y="0"/>
            <a:chExt cx="4301351" cy="122453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8723577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5823245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2900332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304720" y="9673091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04720" y="6694328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304720" y="371825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304720" y="74218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70"/>
                  </a:lnTo>
                  <a:lnTo>
                    <a:pt x="0" y="1960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703512" y="1187751"/>
            <a:ext cx="1911078" cy="1041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64"/>
              </a:lnSpc>
              <a:spcBef>
                <a:spcPct val="0"/>
              </a:spcBef>
            </a:pPr>
            <a:r>
              <a:rPr lang="en-US" b="true" sz="611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 =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145804" y="389584"/>
            <a:ext cx="16154639" cy="1394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40"/>
              </a:lnSpc>
            </a:pPr>
            <a:r>
              <a:rPr lang="en-US" sz="81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10° Passo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231770" y="1689687"/>
            <a:ext cx="6758055" cy="716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8"/>
              </a:lnSpc>
            </a:pPr>
            <a:r>
              <a:rPr lang="en-US" sz="4206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Exemplo: 10 2 + 3 x 6 - 5 / </a:t>
            </a:r>
          </a:p>
        </p:txBody>
      </p:sp>
      <p:sp>
        <p:nvSpPr>
          <p:cNvPr name="AutoShape 14" id="14"/>
          <p:cNvSpPr/>
          <p:nvPr/>
        </p:nvSpPr>
        <p:spPr>
          <a:xfrm>
            <a:off x="14424491" y="2405871"/>
            <a:ext cx="36703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10435504" y="4325819"/>
            <a:ext cx="2615872" cy="3147914"/>
          </a:xfrm>
          <a:custGeom>
            <a:avLst/>
            <a:gdLst/>
            <a:ahLst/>
            <a:cxnLst/>
            <a:rect r="r" b="b" t="t" l="l"/>
            <a:pathLst>
              <a:path h="3147914" w="2615872">
                <a:moveTo>
                  <a:pt x="0" y="0"/>
                </a:moveTo>
                <a:lnTo>
                  <a:pt x="2615872" y="0"/>
                </a:lnTo>
                <a:lnTo>
                  <a:pt x="2615872" y="3147914"/>
                </a:lnTo>
                <a:lnTo>
                  <a:pt x="0" y="31479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703512" y="7999376"/>
            <a:ext cx="2263592" cy="1041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64"/>
              </a:lnSpc>
              <a:spcBef>
                <a:spcPct val="0"/>
              </a:spcBef>
            </a:pPr>
            <a:r>
              <a:rPr lang="en-US" b="true" sz="611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X = 6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56081" y="5795001"/>
            <a:ext cx="2411023" cy="919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520"/>
              </a:lnSpc>
              <a:spcBef>
                <a:spcPct val="0"/>
              </a:spcBef>
            </a:pPr>
            <a:r>
              <a:rPr lang="en-US" b="true" sz="537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Y =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703512" y="3458448"/>
            <a:ext cx="1911078" cy="1041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64"/>
              </a:lnSpc>
              <a:spcBef>
                <a:spcPct val="0"/>
              </a:spcBef>
            </a:pPr>
            <a:r>
              <a:rPr lang="en-US" b="true" sz="611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Z =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050981" y="3138250"/>
            <a:ext cx="1119634" cy="783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40"/>
              </a:lnSpc>
            </a:pPr>
            <a:r>
              <a:rPr lang="en-US" sz="46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IDE:</a:t>
            </a:r>
          </a:p>
        </p:txBody>
      </p: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34312" y="551509"/>
            <a:ext cx="3226014" cy="9183981"/>
            <a:chOff x="0" y="0"/>
            <a:chExt cx="4301351" cy="122453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8723577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5823245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2900332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304720" y="9673091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04720" y="6694328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304720" y="371825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304720" y="74218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70"/>
                  </a:lnTo>
                  <a:lnTo>
                    <a:pt x="0" y="1960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7774068" y="7879965"/>
            <a:ext cx="9485232" cy="939978"/>
          </a:xfrm>
          <a:custGeom>
            <a:avLst/>
            <a:gdLst/>
            <a:ahLst/>
            <a:cxnLst/>
            <a:rect r="r" b="b" t="t" l="l"/>
            <a:pathLst>
              <a:path h="939978" w="9485232">
                <a:moveTo>
                  <a:pt x="0" y="0"/>
                </a:moveTo>
                <a:lnTo>
                  <a:pt x="9485232" y="0"/>
                </a:lnTo>
                <a:lnTo>
                  <a:pt x="9485232" y="939978"/>
                </a:lnTo>
                <a:lnTo>
                  <a:pt x="0" y="9399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751603" y="2763988"/>
            <a:ext cx="9718389" cy="4136025"/>
          </a:xfrm>
          <a:custGeom>
            <a:avLst/>
            <a:gdLst/>
            <a:ahLst/>
            <a:cxnLst/>
            <a:rect r="r" b="b" t="t" l="l"/>
            <a:pathLst>
              <a:path h="4136025" w="9718389">
                <a:moveTo>
                  <a:pt x="0" y="0"/>
                </a:moveTo>
                <a:lnTo>
                  <a:pt x="9718389" y="0"/>
                </a:lnTo>
                <a:lnTo>
                  <a:pt x="9718389" y="4136025"/>
                </a:lnTo>
                <a:lnTo>
                  <a:pt x="0" y="41360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703512" y="1187751"/>
            <a:ext cx="1911078" cy="1041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64"/>
              </a:lnSpc>
              <a:spcBef>
                <a:spcPct val="0"/>
              </a:spcBef>
            </a:pPr>
            <a:r>
              <a:rPr lang="en-US" b="true" sz="611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 =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145804" y="389584"/>
            <a:ext cx="16154639" cy="1394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40"/>
              </a:lnSpc>
            </a:pPr>
            <a:r>
              <a:rPr lang="en-US" sz="81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11° Passo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231770" y="1689687"/>
            <a:ext cx="6758055" cy="716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8"/>
              </a:lnSpc>
            </a:pPr>
            <a:r>
              <a:rPr lang="en-US" sz="4206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Exemplo: 10 2 + 3 x 6 - 5 /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03512" y="7999376"/>
            <a:ext cx="2263592" cy="1041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64"/>
              </a:lnSpc>
              <a:spcBef>
                <a:spcPct val="0"/>
              </a:spcBef>
            </a:pPr>
            <a:r>
              <a:rPr lang="en-US" b="true" sz="611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X = 6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56081" y="5795001"/>
            <a:ext cx="2411023" cy="919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520"/>
              </a:lnSpc>
              <a:spcBef>
                <a:spcPct val="0"/>
              </a:spcBef>
            </a:pPr>
            <a:r>
              <a:rPr lang="en-US" b="true" sz="537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Y =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703512" y="3458448"/>
            <a:ext cx="1911078" cy="1041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564"/>
              </a:lnSpc>
              <a:spcBef>
                <a:spcPct val="0"/>
              </a:spcBef>
            </a:pPr>
            <a:r>
              <a:rPr lang="en-US" b="true" sz="611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Z =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512031" y="7794240"/>
            <a:ext cx="1119634" cy="783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40"/>
              </a:lnSpc>
            </a:pPr>
            <a:r>
              <a:rPr lang="en-US" sz="46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IDE:</a:t>
            </a:r>
          </a:p>
        </p:txBody>
      </p: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7297" y="551509"/>
            <a:ext cx="3226014" cy="9183981"/>
            <a:chOff x="0" y="0"/>
            <a:chExt cx="4301351" cy="122453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8723577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5823245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2900332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304720" y="9673091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04720" y="6694328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304720" y="371825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304720" y="74218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70"/>
                  </a:lnTo>
                  <a:lnTo>
                    <a:pt x="0" y="1960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358934" y="9968589"/>
              <a:ext cx="2548104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X = 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358934" y="6941615"/>
              <a:ext cx="2548104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Y = 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358934" y="3914019"/>
              <a:ext cx="2548104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Z = 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358934" y="886423"/>
              <a:ext cx="2548104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 = 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4646016" y="3471861"/>
            <a:ext cx="13416852" cy="2832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40"/>
              </a:lnSpc>
            </a:pPr>
            <a:r>
              <a:rPr lang="en-US" sz="81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2° Exemplo: </a:t>
            </a:r>
          </a:p>
          <a:p>
            <a:pPr algn="ctr">
              <a:lnSpc>
                <a:spcPts val="11340"/>
              </a:lnSpc>
            </a:pPr>
            <a:r>
              <a:rPr lang="en-US" sz="81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 1 0.03 4 * 30 / - / 1 - 100 *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6469440" y="8171123"/>
            <a:ext cx="8463768" cy="764499"/>
          </a:xfrm>
          <a:custGeom>
            <a:avLst/>
            <a:gdLst/>
            <a:ahLst/>
            <a:cxnLst/>
            <a:rect r="r" b="b" t="t" l="l"/>
            <a:pathLst>
              <a:path h="764499" w="8463768">
                <a:moveTo>
                  <a:pt x="0" y="0"/>
                </a:moveTo>
                <a:lnTo>
                  <a:pt x="8463768" y="0"/>
                </a:lnTo>
                <a:lnTo>
                  <a:pt x="8463768" y="764499"/>
                </a:lnTo>
                <a:lnTo>
                  <a:pt x="0" y="7644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798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3145804" y="389584"/>
            <a:ext cx="15539941" cy="2832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40"/>
              </a:lnSpc>
            </a:pPr>
            <a:r>
              <a:rPr lang="en-US" sz="81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Entrada de Notação RPN Válida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301135" y="6969439"/>
            <a:ext cx="1669656" cy="792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11"/>
              </a:lnSpc>
            </a:pPr>
            <a:r>
              <a:rPr lang="en-US" sz="457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IDE:</a:t>
            </a:r>
          </a:p>
        </p:txBody>
      </p:sp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7297" y="551509"/>
            <a:ext cx="3226014" cy="9183981"/>
            <a:chOff x="0" y="0"/>
            <a:chExt cx="4301351" cy="122453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8723577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5823245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2900332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304720" y="9673091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04720" y="6694328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304720" y="371825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304720" y="74218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70"/>
                  </a:lnTo>
                  <a:lnTo>
                    <a:pt x="0" y="1960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358934" y="9968589"/>
              <a:ext cx="3637697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X = 0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358934" y="6941615"/>
              <a:ext cx="3637697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Y = 0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358934" y="3914019"/>
              <a:ext cx="3637697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Z = 0 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358934" y="886423"/>
              <a:ext cx="3637697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 = 0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6996563" y="3209996"/>
            <a:ext cx="6974936" cy="3867008"/>
          </a:xfrm>
          <a:custGeom>
            <a:avLst/>
            <a:gdLst/>
            <a:ahLst/>
            <a:cxnLst/>
            <a:rect r="r" b="b" t="t" l="l"/>
            <a:pathLst>
              <a:path h="3867008" w="6974936">
                <a:moveTo>
                  <a:pt x="0" y="0"/>
                </a:moveTo>
                <a:lnTo>
                  <a:pt x="6974936" y="0"/>
                </a:lnTo>
                <a:lnTo>
                  <a:pt x="6974936" y="3867008"/>
                </a:lnTo>
                <a:lnTo>
                  <a:pt x="0" y="38670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5247129" y="8372404"/>
            <a:ext cx="10473803" cy="409278"/>
          </a:xfrm>
          <a:custGeom>
            <a:avLst/>
            <a:gdLst/>
            <a:ahLst/>
            <a:cxnLst/>
            <a:rect r="r" b="b" t="t" l="l"/>
            <a:pathLst>
              <a:path h="409278" w="10473803">
                <a:moveTo>
                  <a:pt x="0" y="0"/>
                </a:moveTo>
                <a:lnTo>
                  <a:pt x="10473804" y="0"/>
                </a:lnTo>
                <a:lnTo>
                  <a:pt x="10473804" y="409278"/>
                </a:lnTo>
                <a:lnTo>
                  <a:pt x="0" y="40927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4316501" y="-85725"/>
            <a:ext cx="9654998" cy="822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77"/>
              </a:lnSpc>
            </a:pPr>
            <a:r>
              <a:rPr lang="en-US" sz="4841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1° Passo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550305" y="484834"/>
            <a:ext cx="7488115" cy="1430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90"/>
              </a:lnSpc>
            </a:pPr>
            <a:r>
              <a:rPr lang="en-US" sz="4135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Exemplo: </a:t>
            </a:r>
          </a:p>
          <a:p>
            <a:pPr algn="ctr">
              <a:lnSpc>
                <a:spcPts val="5790"/>
              </a:lnSpc>
            </a:pPr>
            <a:r>
              <a:rPr lang="en-US" sz="4135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 1 0.03 4 * 30 / - / 1 - 100 *</a:t>
            </a:r>
          </a:p>
        </p:txBody>
      </p:sp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7297" y="551509"/>
            <a:ext cx="3226014" cy="9183981"/>
            <a:chOff x="0" y="0"/>
            <a:chExt cx="4301351" cy="122453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8723577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5823245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2900332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304720" y="9673091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04720" y="6694328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304720" y="371825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304720" y="74218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70"/>
                  </a:lnTo>
                  <a:lnTo>
                    <a:pt x="0" y="1960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358934" y="9968589"/>
              <a:ext cx="3637697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X = 1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358934" y="6941615"/>
              <a:ext cx="3637697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Y = 0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358934" y="3914019"/>
              <a:ext cx="3637697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Z = 0 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358934" y="886423"/>
              <a:ext cx="3637697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 = 0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>
            <a:off x="10942425" y="1926570"/>
            <a:ext cx="362172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5964955" y="2195440"/>
            <a:ext cx="8851856" cy="2217584"/>
          </a:xfrm>
          <a:custGeom>
            <a:avLst/>
            <a:gdLst/>
            <a:ahLst/>
            <a:cxnLst/>
            <a:rect r="r" b="b" t="t" l="l"/>
            <a:pathLst>
              <a:path h="2217584" w="8851856">
                <a:moveTo>
                  <a:pt x="0" y="0"/>
                </a:moveTo>
                <a:lnTo>
                  <a:pt x="8851855" y="0"/>
                </a:lnTo>
                <a:lnTo>
                  <a:pt x="8851855" y="2217584"/>
                </a:lnTo>
                <a:lnTo>
                  <a:pt x="0" y="22175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7384218" y="4413024"/>
            <a:ext cx="6013329" cy="5603911"/>
          </a:xfrm>
          <a:custGeom>
            <a:avLst/>
            <a:gdLst/>
            <a:ahLst/>
            <a:cxnLst/>
            <a:rect r="r" b="b" t="t" l="l"/>
            <a:pathLst>
              <a:path h="5603911" w="6013329">
                <a:moveTo>
                  <a:pt x="0" y="0"/>
                </a:moveTo>
                <a:lnTo>
                  <a:pt x="6013329" y="0"/>
                </a:lnTo>
                <a:lnTo>
                  <a:pt x="6013329" y="5603911"/>
                </a:lnTo>
                <a:lnTo>
                  <a:pt x="0" y="560391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4316501" y="-85725"/>
            <a:ext cx="9654998" cy="822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77"/>
              </a:lnSpc>
            </a:pPr>
            <a:r>
              <a:rPr lang="en-US" sz="4841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2° Passo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550305" y="484834"/>
            <a:ext cx="7488115" cy="1430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90"/>
              </a:lnSpc>
            </a:pPr>
            <a:r>
              <a:rPr lang="en-US" sz="4135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Exemplo: </a:t>
            </a:r>
          </a:p>
          <a:p>
            <a:pPr algn="ctr">
              <a:lnSpc>
                <a:spcPts val="5790"/>
              </a:lnSpc>
            </a:pPr>
            <a:r>
              <a:rPr lang="en-US" sz="4135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 1 0.03 4 * 30 / - / 1 - 100 *</a:t>
            </a:r>
          </a:p>
        </p:txBody>
      </p:sp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7297" y="551509"/>
            <a:ext cx="3226014" cy="9183981"/>
            <a:chOff x="0" y="0"/>
            <a:chExt cx="4301351" cy="122453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8723577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5823245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2900332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304720" y="9673091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04720" y="6694328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304720" y="371825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304720" y="74218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70"/>
                  </a:lnTo>
                  <a:lnTo>
                    <a:pt x="0" y="1960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358934" y="9968589"/>
              <a:ext cx="3637697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X = 1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358934" y="6941615"/>
              <a:ext cx="3637697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Y = 0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358934" y="3914019"/>
              <a:ext cx="3637697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Z = 0 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358934" y="886423"/>
              <a:ext cx="3637697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 = 0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>
            <a:off x="10942425" y="1926570"/>
            <a:ext cx="362172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4937277" y="2401364"/>
            <a:ext cx="7417254" cy="2742136"/>
          </a:xfrm>
          <a:custGeom>
            <a:avLst/>
            <a:gdLst/>
            <a:ahLst/>
            <a:cxnLst/>
            <a:rect r="r" b="b" t="t" l="l"/>
            <a:pathLst>
              <a:path h="2742136" w="7417254">
                <a:moveTo>
                  <a:pt x="0" y="0"/>
                </a:moveTo>
                <a:lnTo>
                  <a:pt x="7417254" y="0"/>
                </a:lnTo>
                <a:lnTo>
                  <a:pt x="7417254" y="2742136"/>
                </a:lnTo>
                <a:lnTo>
                  <a:pt x="0" y="27421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4573533" y="5610225"/>
            <a:ext cx="8144743" cy="4200299"/>
          </a:xfrm>
          <a:custGeom>
            <a:avLst/>
            <a:gdLst/>
            <a:ahLst/>
            <a:cxnLst/>
            <a:rect r="r" b="b" t="t" l="l"/>
            <a:pathLst>
              <a:path h="4200299" w="8144743">
                <a:moveTo>
                  <a:pt x="0" y="0"/>
                </a:moveTo>
                <a:lnTo>
                  <a:pt x="8144743" y="0"/>
                </a:lnTo>
                <a:lnTo>
                  <a:pt x="8144743" y="4200299"/>
                </a:lnTo>
                <a:lnTo>
                  <a:pt x="0" y="420029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5087153" y="4784656"/>
            <a:ext cx="2172147" cy="2767256"/>
          </a:xfrm>
          <a:custGeom>
            <a:avLst/>
            <a:gdLst/>
            <a:ahLst/>
            <a:cxnLst/>
            <a:rect r="r" b="b" t="t" l="l"/>
            <a:pathLst>
              <a:path h="2767256" w="2172147">
                <a:moveTo>
                  <a:pt x="0" y="0"/>
                </a:moveTo>
                <a:lnTo>
                  <a:pt x="2172147" y="0"/>
                </a:lnTo>
                <a:lnTo>
                  <a:pt x="2172147" y="2767256"/>
                </a:lnTo>
                <a:lnTo>
                  <a:pt x="0" y="276725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4316501" y="-85725"/>
            <a:ext cx="9654998" cy="822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77"/>
              </a:lnSpc>
            </a:pPr>
            <a:r>
              <a:rPr lang="en-US" sz="4841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2° Passo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550305" y="484834"/>
            <a:ext cx="7488115" cy="1430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90"/>
              </a:lnSpc>
            </a:pPr>
            <a:r>
              <a:rPr lang="en-US" sz="4135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Exemplo: </a:t>
            </a:r>
          </a:p>
          <a:p>
            <a:pPr algn="ctr">
              <a:lnSpc>
                <a:spcPts val="5790"/>
              </a:lnSpc>
            </a:pPr>
            <a:r>
              <a:rPr lang="en-US" sz="4135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 1 0.03 4 * 30 / - / 1 - 100 *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857034" y="3677182"/>
            <a:ext cx="2402266" cy="792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11"/>
              </a:lnSpc>
            </a:pPr>
            <a:r>
              <a:rPr lang="en-US" sz="457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Output</a:t>
            </a:r>
          </a:p>
        </p:txBody>
      </p:sp>
    </p:spTree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7297" y="551509"/>
            <a:ext cx="3226014" cy="9183981"/>
            <a:chOff x="0" y="0"/>
            <a:chExt cx="4301351" cy="122453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8723577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5823245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2900332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304720" y="9673091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04720" y="6694328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304720" y="371825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304720" y="74218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70"/>
                  </a:lnTo>
                  <a:lnTo>
                    <a:pt x="0" y="1960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358934" y="9968589"/>
              <a:ext cx="3637697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X = 1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358934" y="6941615"/>
              <a:ext cx="3637697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Y = 1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358934" y="3914019"/>
              <a:ext cx="3637697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Z = 0 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358934" y="886423"/>
              <a:ext cx="3637697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 = 0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>
            <a:off x="11384199" y="1924673"/>
            <a:ext cx="362172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5964955" y="2195440"/>
            <a:ext cx="8851856" cy="2217584"/>
          </a:xfrm>
          <a:custGeom>
            <a:avLst/>
            <a:gdLst/>
            <a:ahLst/>
            <a:cxnLst/>
            <a:rect r="r" b="b" t="t" l="l"/>
            <a:pathLst>
              <a:path h="2217584" w="8851856">
                <a:moveTo>
                  <a:pt x="0" y="0"/>
                </a:moveTo>
                <a:lnTo>
                  <a:pt x="8851855" y="0"/>
                </a:lnTo>
                <a:lnTo>
                  <a:pt x="8851855" y="2217584"/>
                </a:lnTo>
                <a:lnTo>
                  <a:pt x="0" y="22175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7384218" y="4413024"/>
            <a:ext cx="6013329" cy="5603911"/>
          </a:xfrm>
          <a:custGeom>
            <a:avLst/>
            <a:gdLst/>
            <a:ahLst/>
            <a:cxnLst/>
            <a:rect r="r" b="b" t="t" l="l"/>
            <a:pathLst>
              <a:path h="5603911" w="6013329">
                <a:moveTo>
                  <a:pt x="0" y="0"/>
                </a:moveTo>
                <a:lnTo>
                  <a:pt x="6013329" y="0"/>
                </a:lnTo>
                <a:lnTo>
                  <a:pt x="6013329" y="5603911"/>
                </a:lnTo>
                <a:lnTo>
                  <a:pt x="0" y="560391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4316501" y="-85725"/>
            <a:ext cx="9654998" cy="822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77"/>
              </a:lnSpc>
            </a:pPr>
            <a:r>
              <a:rPr lang="en-US" sz="4841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3° Passo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550305" y="484834"/>
            <a:ext cx="7488115" cy="1430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90"/>
              </a:lnSpc>
            </a:pPr>
            <a:r>
              <a:rPr lang="en-US" sz="4135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Exemplo: </a:t>
            </a:r>
          </a:p>
          <a:p>
            <a:pPr algn="ctr">
              <a:lnSpc>
                <a:spcPts val="5790"/>
              </a:lnSpc>
            </a:pPr>
            <a:r>
              <a:rPr lang="en-US" sz="4135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 1 0.03 4 * 30 / - / 1 - 100 *</a:t>
            </a:r>
          </a:p>
        </p:txBody>
      </p:sp>
    </p:spTree>
  </p:cSld>
  <p:clrMapOvr>
    <a:masterClrMapping/>
  </p:clrMapOvr>
</p:sld>
</file>

<file path=ppt/slides/slide4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7297" y="551509"/>
            <a:ext cx="3226014" cy="9183981"/>
            <a:chOff x="0" y="0"/>
            <a:chExt cx="4301351" cy="122453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8723577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5823245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2900332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304720" y="9673091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04720" y="6694328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304720" y="371825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304720" y="74218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70"/>
                  </a:lnTo>
                  <a:lnTo>
                    <a:pt x="0" y="1960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358934" y="9968589"/>
              <a:ext cx="3637697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X = 1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358934" y="6941615"/>
              <a:ext cx="3637697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Y = 1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358934" y="3914019"/>
              <a:ext cx="3637697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Z = 0 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358934" y="886423"/>
              <a:ext cx="3637697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 = 0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>
            <a:off x="11392736" y="1925114"/>
            <a:ext cx="362172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4937277" y="2401364"/>
            <a:ext cx="7417254" cy="2742136"/>
          </a:xfrm>
          <a:custGeom>
            <a:avLst/>
            <a:gdLst/>
            <a:ahLst/>
            <a:cxnLst/>
            <a:rect r="r" b="b" t="t" l="l"/>
            <a:pathLst>
              <a:path h="2742136" w="7417254">
                <a:moveTo>
                  <a:pt x="0" y="0"/>
                </a:moveTo>
                <a:lnTo>
                  <a:pt x="7417254" y="0"/>
                </a:lnTo>
                <a:lnTo>
                  <a:pt x="7417254" y="2742136"/>
                </a:lnTo>
                <a:lnTo>
                  <a:pt x="0" y="27421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4573533" y="5610225"/>
            <a:ext cx="8144743" cy="4200299"/>
          </a:xfrm>
          <a:custGeom>
            <a:avLst/>
            <a:gdLst/>
            <a:ahLst/>
            <a:cxnLst/>
            <a:rect r="r" b="b" t="t" l="l"/>
            <a:pathLst>
              <a:path h="4200299" w="8144743">
                <a:moveTo>
                  <a:pt x="0" y="0"/>
                </a:moveTo>
                <a:lnTo>
                  <a:pt x="8144743" y="0"/>
                </a:lnTo>
                <a:lnTo>
                  <a:pt x="8144743" y="4200299"/>
                </a:lnTo>
                <a:lnTo>
                  <a:pt x="0" y="420029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4857034" y="4788731"/>
            <a:ext cx="2390435" cy="2921643"/>
          </a:xfrm>
          <a:custGeom>
            <a:avLst/>
            <a:gdLst/>
            <a:ahLst/>
            <a:cxnLst/>
            <a:rect r="r" b="b" t="t" l="l"/>
            <a:pathLst>
              <a:path h="2921643" w="2390435">
                <a:moveTo>
                  <a:pt x="0" y="0"/>
                </a:moveTo>
                <a:lnTo>
                  <a:pt x="2390436" y="0"/>
                </a:lnTo>
                <a:lnTo>
                  <a:pt x="2390436" y="2921644"/>
                </a:lnTo>
                <a:lnTo>
                  <a:pt x="0" y="292164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4316501" y="-85725"/>
            <a:ext cx="9654998" cy="822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77"/>
              </a:lnSpc>
            </a:pPr>
            <a:r>
              <a:rPr lang="en-US" sz="4841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3° Passo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550305" y="484834"/>
            <a:ext cx="7488115" cy="1430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90"/>
              </a:lnSpc>
            </a:pPr>
            <a:r>
              <a:rPr lang="en-US" sz="4135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Exemplo: </a:t>
            </a:r>
          </a:p>
          <a:p>
            <a:pPr algn="ctr">
              <a:lnSpc>
                <a:spcPts val="5790"/>
              </a:lnSpc>
            </a:pPr>
            <a:r>
              <a:rPr lang="en-US" sz="4135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 1 0.03 4 * 30 / - / 1 - 100 *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857034" y="3677182"/>
            <a:ext cx="2402266" cy="792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11"/>
              </a:lnSpc>
            </a:pPr>
            <a:r>
              <a:rPr lang="en-US" sz="457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Output</a:t>
            </a:r>
          </a:p>
        </p:txBody>
      </p:sp>
    </p:spTree>
  </p:cSld>
  <p:clrMapOvr>
    <a:masterClrMapping/>
  </p:clrMapOvr>
</p:sld>
</file>

<file path=ppt/slides/slide4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7297" y="551509"/>
            <a:ext cx="3226014" cy="9183981"/>
            <a:chOff x="0" y="0"/>
            <a:chExt cx="4301351" cy="122453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8723577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5823245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2900332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304720" y="9673091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04720" y="6694328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304720" y="371825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304720" y="74218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70"/>
                  </a:lnTo>
                  <a:lnTo>
                    <a:pt x="0" y="1960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358934" y="9968589"/>
              <a:ext cx="3637697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X = 1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358934" y="6941615"/>
              <a:ext cx="3637697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Y = 1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358934" y="3914019"/>
              <a:ext cx="3942417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Z = 0.03 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358934" y="886423"/>
              <a:ext cx="3637697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 = 0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>
            <a:off x="11815747" y="1905623"/>
            <a:ext cx="962631" cy="9525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5964955" y="2195440"/>
            <a:ext cx="8851856" cy="2217584"/>
          </a:xfrm>
          <a:custGeom>
            <a:avLst/>
            <a:gdLst/>
            <a:ahLst/>
            <a:cxnLst/>
            <a:rect r="r" b="b" t="t" l="l"/>
            <a:pathLst>
              <a:path h="2217584" w="8851856">
                <a:moveTo>
                  <a:pt x="0" y="0"/>
                </a:moveTo>
                <a:lnTo>
                  <a:pt x="8851855" y="0"/>
                </a:lnTo>
                <a:lnTo>
                  <a:pt x="8851855" y="2217584"/>
                </a:lnTo>
                <a:lnTo>
                  <a:pt x="0" y="22175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7384218" y="4413024"/>
            <a:ext cx="6013329" cy="5603911"/>
          </a:xfrm>
          <a:custGeom>
            <a:avLst/>
            <a:gdLst/>
            <a:ahLst/>
            <a:cxnLst/>
            <a:rect r="r" b="b" t="t" l="l"/>
            <a:pathLst>
              <a:path h="5603911" w="6013329">
                <a:moveTo>
                  <a:pt x="0" y="0"/>
                </a:moveTo>
                <a:lnTo>
                  <a:pt x="6013329" y="0"/>
                </a:lnTo>
                <a:lnTo>
                  <a:pt x="6013329" y="5603911"/>
                </a:lnTo>
                <a:lnTo>
                  <a:pt x="0" y="560391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4316501" y="-85725"/>
            <a:ext cx="9654998" cy="822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77"/>
              </a:lnSpc>
            </a:pPr>
            <a:r>
              <a:rPr lang="en-US" sz="4841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4° Passo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550305" y="484834"/>
            <a:ext cx="7488115" cy="1430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90"/>
              </a:lnSpc>
            </a:pPr>
            <a:r>
              <a:rPr lang="en-US" sz="4135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Exemplo: </a:t>
            </a:r>
          </a:p>
          <a:p>
            <a:pPr algn="ctr">
              <a:lnSpc>
                <a:spcPts val="5790"/>
              </a:lnSpc>
            </a:pPr>
            <a:r>
              <a:rPr lang="en-US" sz="4135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 1 0.03 4 * 30 / - / 1 - 100 *</a:t>
            </a:r>
          </a:p>
        </p:txBody>
      </p:sp>
    </p:spTree>
  </p:cSld>
  <p:clrMapOvr>
    <a:masterClrMapping/>
  </p:clrMapOvr>
</p:sld>
</file>

<file path=ppt/slides/slide4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7297" y="551509"/>
            <a:ext cx="3226014" cy="9183981"/>
            <a:chOff x="0" y="0"/>
            <a:chExt cx="4301351" cy="122453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8723577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5823245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2900332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304720" y="9673091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04720" y="6694328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304720" y="371825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304720" y="74218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70"/>
                  </a:lnTo>
                  <a:lnTo>
                    <a:pt x="0" y="1960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358934" y="9968589"/>
              <a:ext cx="3637697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X = 1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358934" y="6941615"/>
              <a:ext cx="3637697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Y = 1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358934" y="3914019"/>
              <a:ext cx="3942417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Z = 0.03 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358934" y="886423"/>
              <a:ext cx="3637697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 = 0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4937277" y="2401364"/>
            <a:ext cx="7417254" cy="2742136"/>
          </a:xfrm>
          <a:custGeom>
            <a:avLst/>
            <a:gdLst/>
            <a:ahLst/>
            <a:cxnLst/>
            <a:rect r="r" b="b" t="t" l="l"/>
            <a:pathLst>
              <a:path h="2742136" w="7417254">
                <a:moveTo>
                  <a:pt x="0" y="0"/>
                </a:moveTo>
                <a:lnTo>
                  <a:pt x="7417254" y="0"/>
                </a:lnTo>
                <a:lnTo>
                  <a:pt x="7417254" y="2742136"/>
                </a:lnTo>
                <a:lnTo>
                  <a:pt x="0" y="27421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4573533" y="5610225"/>
            <a:ext cx="8144743" cy="4200299"/>
          </a:xfrm>
          <a:custGeom>
            <a:avLst/>
            <a:gdLst/>
            <a:ahLst/>
            <a:cxnLst/>
            <a:rect r="r" b="b" t="t" l="l"/>
            <a:pathLst>
              <a:path h="4200299" w="8144743">
                <a:moveTo>
                  <a:pt x="0" y="0"/>
                </a:moveTo>
                <a:lnTo>
                  <a:pt x="8144743" y="0"/>
                </a:lnTo>
                <a:lnTo>
                  <a:pt x="8144743" y="4200299"/>
                </a:lnTo>
                <a:lnTo>
                  <a:pt x="0" y="420029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4703668" y="4728367"/>
            <a:ext cx="2708998" cy="2767256"/>
          </a:xfrm>
          <a:custGeom>
            <a:avLst/>
            <a:gdLst/>
            <a:ahLst/>
            <a:cxnLst/>
            <a:rect r="r" b="b" t="t" l="l"/>
            <a:pathLst>
              <a:path h="2767256" w="2708998">
                <a:moveTo>
                  <a:pt x="0" y="0"/>
                </a:moveTo>
                <a:lnTo>
                  <a:pt x="2708998" y="0"/>
                </a:lnTo>
                <a:lnTo>
                  <a:pt x="2708998" y="2767256"/>
                </a:lnTo>
                <a:lnTo>
                  <a:pt x="0" y="276725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4316501" y="-85725"/>
            <a:ext cx="9654998" cy="822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77"/>
              </a:lnSpc>
            </a:pPr>
            <a:r>
              <a:rPr lang="en-US" sz="4841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4° Passo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857034" y="3677182"/>
            <a:ext cx="2402266" cy="792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11"/>
              </a:lnSpc>
            </a:pPr>
            <a:r>
              <a:rPr lang="en-US" sz="457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Output</a:t>
            </a:r>
          </a:p>
        </p:txBody>
      </p:sp>
      <p:sp>
        <p:nvSpPr>
          <p:cNvPr name="AutoShape 20" id="20"/>
          <p:cNvSpPr/>
          <p:nvPr/>
        </p:nvSpPr>
        <p:spPr>
          <a:xfrm>
            <a:off x="11815747" y="1905623"/>
            <a:ext cx="962631" cy="9525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1" id="21"/>
          <p:cNvSpPr txBox="true"/>
          <p:nvPr/>
        </p:nvSpPr>
        <p:spPr>
          <a:xfrm rot="0">
            <a:off x="10550305" y="484834"/>
            <a:ext cx="7488115" cy="1430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90"/>
              </a:lnSpc>
            </a:pPr>
            <a:r>
              <a:rPr lang="en-US" sz="4135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Exemplo: </a:t>
            </a:r>
          </a:p>
          <a:p>
            <a:pPr algn="ctr">
              <a:lnSpc>
                <a:spcPts val="5790"/>
              </a:lnSpc>
            </a:pPr>
            <a:r>
              <a:rPr lang="en-US" sz="4135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 1 0.03 4 * 30 / - / 1 - 100 *</a:t>
            </a:r>
          </a:p>
        </p:txBody>
      </p:sp>
    </p:spTree>
  </p:cSld>
  <p:clrMapOvr>
    <a:masterClrMapping/>
  </p:clrMapOvr>
</p:sld>
</file>

<file path=ppt/slides/slide4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2915130" y="1915148"/>
            <a:ext cx="482417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5964955" y="2195440"/>
            <a:ext cx="8851856" cy="2217584"/>
          </a:xfrm>
          <a:custGeom>
            <a:avLst/>
            <a:gdLst/>
            <a:ahLst/>
            <a:cxnLst/>
            <a:rect r="r" b="b" t="t" l="l"/>
            <a:pathLst>
              <a:path h="2217584" w="8851856">
                <a:moveTo>
                  <a:pt x="0" y="0"/>
                </a:moveTo>
                <a:lnTo>
                  <a:pt x="8851855" y="0"/>
                </a:lnTo>
                <a:lnTo>
                  <a:pt x="8851855" y="2217584"/>
                </a:lnTo>
                <a:lnTo>
                  <a:pt x="0" y="22175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384218" y="4413024"/>
            <a:ext cx="6013329" cy="5603911"/>
          </a:xfrm>
          <a:custGeom>
            <a:avLst/>
            <a:gdLst/>
            <a:ahLst/>
            <a:cxnLst/>
            <a:rect r="r" b="b" t="t" l="l"/>
            <a:pathLst>
              <a:path h="5603911" w="6013329">
                <a:moveTo>
                  <a:pt x="0" y="0"/>
                </a:moveTo>
                <a:lnTo>
                  <a:pt x="6013329" y="0"/>
                </a:lnTo>
                <a:lnTo>
                  <a:pt x="6013329" y="5603911"/>
                </a:lnTo>
                <a:lnTo>
                  <a:pt x="0" y="56039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316501" y="-85725"/>
            <a:ext cx="9654998" cy="822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77"/>
              </a:lnSpc>
            </a:pPr>
            <a:r>
              <a:rPr lang="en-US" sz="4841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5° Passo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550305" y="484834"/>
            <a:ext cx="7488115" cy="1430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90"/>
              </a:lnSpc>
            </a:pPr>
            <a:r>
              <a:rPr lang="en-US" sz="4135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Exemplo: </a:t>
            </a:r>
          </a:p>
          <a:p>
            <a:pPr algn="ctr">
              <a:lnSpc>
                <a:spcPts val="5790"/>
              </a:lnSpc>
            </a:pPr>
            <a:r>
              <a:rPr lang="en-US" sz="4135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 1 0.03 4 * 30 / - / 1 - 100 *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747297" y="551509"/>
            <a:ext cx="3226014" cy="9183981"/>
            <a:chOff x="0" y="0"/>
            <a:chExt cx="4301351" cy="1224530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8723577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5823245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2900332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304720" y="9673091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304720" y="6694328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304720" y="371825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304720" y="74218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70"/>
                  </a:lnTo>
                  <a:lnTo>
                    <a:pt x="0" y="1960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 rot="0">
              <a:off x="358934" y="9968589"/>
              <a:ext cx="3637697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X = 1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358934" y="6941615"/>
              <a:ext cx="3637697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Y = 1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358934" y="3914019"/>
              <a:ext cx="3942417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Z = 0.03 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358934" y="886423"/>
              <a:ext cx="3637697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 = 4</a:t>
              </a:r>
            </a:p>
          </p:txBody>
        </p:sp>
      </p:grpSp>
    </p:spTree>
  </p:cSld>
  <p:clrMapOvr>
    <a:masterClrMapping/>
  </p:clrMapOvr>
</p:sld>
</file>

<file path=ppt/slides/slide5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937277" y="2401364"/>
            <a:ext cx="7417254" cy="2742136"/>
          </a:xfrm>
          <a:custGeom>
            <a:avLst/>
            <a:gdLst/>
            <a:ahLst/>
            <a:cxnLst/>
            <a:rect r="r" b="b" t="t" l="l"/>
            <a:pathLst>
              <a:path h="2742136" w="7417254">
                <a:moveTo>
                  <a:pt x="0" y="0"/>
                </a:moveTo>
                <a:lnTo>
                  <a:pt x="7417254" y="0"/>
                </a:lnTo>
                <a:lnTo>
                  <a:pt x="7417254" y="2742136"/>
                </a:lnTo>
                <a:lnTo>
                  <a:pt x="0" y="27421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573533" y="5610225"/>
            <a:ext cx="8144743" cy="4200299"/>
          </a:xfrm>
          <a:custGeom>
            <a:avLst/>
            <a:gdLst/>
            <a:ahLst/>
            <a:cxnLst/>
            <a:rect r="r" b="b" t="t" l="l"/>
            <a:pathLst>
              <a:path h="4200299" w="8144743">
                <a:moveTo>
                  <a:pt x="0" y="0"/>
                </a:moveTo>
                <a:lnTo>
                  <a:pt x="8144743" y="0"/>
                </a:lnTo>
                <a:lnTo>
                  <a:pt x="8144743" y="4200299"/>
                </a:lnTo>
                <a:lnTo>
                  <a:pt x="0" y="42002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747297" y="551509"/>
            <a:ext cx="3226014" cy="9183981"/>
            <a:chOff x="0" y="0"/>
            <a:chExt cx="4301351" cy="1224530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8723577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5823245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2900332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304720" y="9673091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304720" y="6694328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304720" y="371825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304720" y="74218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70"/>
                  </a:lnTo>
                  <a:lnTo>
                    <a:pt x="0" y="1960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358934" y="9968589"/>
              <a:ext cx="3637697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X = 1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358934" y="6941615"/>
              <a:ext cx="3637697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Y = 1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358934" y="3914019"/>
              <a:ext cx="3942417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Z = 0.03 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358934" y="886423"/>
              <a:ext cx="3637697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 = 4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4777575" y="4690841"/>
            <a:ext cx="2561184" cy="2767256"/>
          </a:xfrm>
          <a:custGeom>
            <a:avLst/>
            <a:gdLst/>
            <a:ahLst/>
            <a:cxnLst/>
            <a:rect r="r" b="b" t="t" l="l"/>
            <a:pathLst>
              <a:path h="2767256" w="2561184">
                <a:moveTo>
                  <a:pt x="0" y="0"/>
                </a:moveTo>
                <a:lnTo>
                  <a:pt x="2561184" y="0"/>
                </a:lnTo>
                <a:lnTo>
                  <a:pt x="2561184" y="2767256"/>
                </a:lnTo>
                <a:lnTo>
                  <a:pt x="0" y="276725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4316501" y="-85725"/>
            <a:ext cx="9654998" cy="822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77"/>
              </a:lnSpc>
            </a:pPr>
            <a:r>
              <a:rPr lang="en-US" sz="4841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5° Passo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857034" y="3677182"/>
            <a:ext cx="2402266" cy="792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11"/>
              </a:lnSpc>
            </a:pPr>
            <a:r>
              <a:rPr lang="en-US" sz="457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Output</a:t>
            </a:r>
          </a:p>
        </p:txBody>
      </p:sp>
      <p:sp>
        <p:nvSpPr>
          <p:cNvPr name="AutoShape 20" id="20"/>
          <p:cNvSpPr/>
          <p:nvPr/>
        </p:nvSpPr>
        <p:spPr>
          <a:xfrm>
            <a:off x="12915130" y="1915148"/>
            <a:ext cx="482417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1" id="21"/>
          <p:cNvSpPr txBox="true"/>
          <p:nvPr/>
        </p:nvSpPr>
        <p:spPr>
          <a:xfrm rot="0">
            <a:off x="10550305" y="484834"/>
            <a:ext cx="7488115" cy="1430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90"/>
              </a:lnSpc>
            </a:pPr>
            <a:r>
              <a:rPr lang="en-US" sz="4135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Exemplo: </a:t>
            </a:r>
          </a:p>
          <a:p>
            <a:pPr algn="ctr">
              <a:lnSpc>
                <a:spcPts val="5790"/>
              </a:lnSpc>
            </a:pPr>
            <a:r>
              <a:rPr lang="en-US" sz="4135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 1 0.03 4 * 30 / - / 1 - 100 *</a:t>
            </a:r>
          </a:p>
        </p:txBody>
      </p:sp>
    </p:spTree>
  </p:cSld>
  <p:clrMapOvr>
    <a:masterClrMapping/>
  </p:clrMapOvr>
</p:sld>
</file>

<file path=ppt/slides/slide5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3309152" y="1905623"/>
            <a:ext cx="482417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747297" y="551509"/>
            <a:ext cx="3226014" cy="9183981"/>
            <a:chOff x="0" y="0"/>
            <a:chExt cx="4301351" cy="1224530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8723577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5823245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2900332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04720" y="9673091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304720" y="6694328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304720" y="371825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304720" y="74218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70"/>
                  </a:lnTo>
                  <a:lnTo>
                    <a:pt x="0" y="1960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 rot="0">
              <a:off x="358934" y="9968589"/>
              <a:ext cx="3637697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X = 1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358934" y="6941615"/>
              <a:ext cx="3637697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Y = 1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358934" y="3914019"/>
              <a:ext cx="3942417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Z = 0.12 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358934" y="886423"/>
              <a:ext cx="3637697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 = 0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6806005" y="2804489"/>
            <a:ext cx="6776501" cy="6453811"/>
          </a:xfrm>
          <a:custGeom>
            <a:avLst/>
            <a:gdLst/>
            <a:ahLst/>
            <a:cxnLst/>
            <a:rect r="r" b="b" t="t" l="l"/>
            <a:pathLst>
              <a:path h="6453811" w="6776501">
                <a:moveTo>
                  <a:pt x="0" y="0"/>
                </a:moveTo>
                <a:lnTo>
                  <a:pt x="6776502" y="0"/>
                </a:lnTo>
                <a:lnTo>
                  <a:pt x="6776502" y="6453811"/>
                </a:lnTo>
                <a:lnTo>
                  <a:pt x="0" y="64538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4316501" y="-85725"/>
            <a:ext cx="9654998" cy="822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77"/>
              </a:lnSpc>
            </a:pPr>
            <a:r>
              <a:rPr lang="en-US" sz="4841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6° Passo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550305" y="484834"/>
            <a:ext cx="7488115" cy="1430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90"/>
              </a:lnSpc>
            </a:pPr>
            <a:r>
              <a:rPr lang="en-US" sz="4135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Exemplo: </a:t>
            </a:r>
          </a:p>
          <a:p>
            <a:pPr algn="ctr">
              <a:lnSpc>
                <a:spcPts val="5790"/>
              </a:lnSpc>
            </a:pPr>
            <a:r>
              <a:rPr lang="en-US" sz="4135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 1 0.03 4 * 30 / - / 1 - 100 *</a:t>
            </a:r>
          </a:p>
        </p:txBody>
      </p:sp>
    </p:spTree>
  </p:cSld>
  <p:clrMapOvr>
    <a:masterClrMapping/>
  </p:clrMapOvr>
</p:sld>
</file>

<file path=ppt/slides/slide5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3309152" y="1905623"/>
            <a:ext cx="482417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4571183" y="1701713"/>
            <a:ext cx="5679006" cy="4663872"/>
          </a:xfrm>
          <a:custGeom>
            <a:avLst/>
            <a:gdLst/>
            <a:ahLst/>
            <a:cxnLst/>
            <a:rect r="r" b="b" t="t" l="l"/>
            <a:pathLst>
              <a:path h="4663872" w="5679006">
                <a:moveTo>
                  <a:pt x="0" y="0"/>
                </a:moveTo>
                <a:lnTo>
                  <a:pt x="5679006" y="0"/>
                </a:lnTo>
                <a:lnTo>
                  <a:pt x="5679006" y="4663871"/>
                </a:lnTo>
                <a:lnTo>
                  <a:pt x="0" y="46638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508911" y="4033648"/>
            <a:ext cx="5570902" cy="5701842"/>
          </a:xfrm>
          <a:custGeom>
            <a:avLst/>
            <a:gdLst/>
            <a:ahLst/>
            <a:cxnLst/>
            <a:rect r="r" b="b" t="t" l="l"/>
            <a:pathLst>
              <a:path h="5701842" w="5570902">
                <a:moveTo>
                  <a:pt x="0" y="0"/>
                </a:moveTo>
                <a:lnTo>
                  <a:pt x="5570903" y="0"/>
                </a:lnTo>
                <a:lnTo>
                  <a:pt x="5570903" y="5701843"/>
                </a:lnTo>
                <a:lnTo>
                  <a:pt x="0" y="57018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316501" y="-85725"/>
            <a:ext cx="9654998" cy="822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77"/>
              </a:lnSpc>
            </a:pPr>
            <a:r>
              <a:rPr lang="en-US" sz="4841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6° Passo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550305" y="484834"/>
            <a:ext cx="7488115" cy="1430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90"/>
              </a:lnSpc>
            </a:pPr>
            <a:r>
              <a:rPr lang="en-US" sz="4135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Exemplo: </a:t>
            </a:r>
          </a:p>
          <a:p>
            <a:pPr algn="ctr">
              <a:lnSpc>
                <a:spcPts val="5790"/>
              </a:lnSpc>
            </a:pPr>
            <a:r>
              <a:rPr lang="en-US" sz="4135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 1 0.03 4 * 30 / - / 1 - 100 *</a:t>
            </a:r>
          </a:p>
        </p:txBody>
      </p:sp>
      <p:sp>
        <p:nvSpPr>
          <p:cNvPr name="AutoShape 7" id="7"/>
          <p:cNvSpPr/>
          <p:nvPr/>
        </p:nvSpPr>
        <p:spPr>
          <a:xfrm flipV="true">
            <a:off x="10550305" y="4493328"/>
            <a:ext cx="789740" cy="163967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8" id="8"/>
          <p:cNvGrpSpPr/>
          <p:nvPr/>
        </p:nvGrpSpPr>
        <p:grpSpPr>
          <a:xfrm rot="0">
            <a:off x="747297" y="551509"/>
            <a:ext cx="3226014" cy="9183981"/>
            <a:chOff x="0" y="0"/>
            <a:chExt cx="4301351" cy="1224530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8723577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5823245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2900332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304720" y="9673091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304720" y="6694328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304720" y="371825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304720" y="74218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70"/>
                  </a:lnTo>
                  <a:lnTo>
                    <a:pt x="0" y="1960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 rot="0">
              <a:off x="358934" y="9968589"/>
              <a:ext cx="3637697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X = 1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358934" y="6941615"/>
              <a:ext cx="3637697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Y = 1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358934" y="3914019"/>
              <a:ext cx="3942417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Z = 0.12 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358934" y="886423"/>
              <a:ext cx="3637697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 = 0</a:t>
              </a:r>
            </a:p>
          </p:txBody>
        </p:sp>
      </p:grpSp>
    </p:spTree>
  </p:cSld>
  <p:clrMapOvr>
    <a:masterClrMapping/>
  </p:clrMapOvr>
</p:sld>
</file>

<file path=ppt/slides/slide5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3309152" y="1905623"/>
            <a:ext cx="482417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9278401" y="5143500"/>
            <a:ext cx="3010804" cy="3337277"/>
          </a:xfrm>
          <a:custGeom>
            <a:avLst/>
            <a:gdLst/>
            <a:ahLst/>
            <a:cxnLst/>
            <a:rect r="r" b="b" t="t" l="l"/>
            <a:pathLst>
              <a:path h="3337277" w="3010804">
                <a:moveTo>
                  <a:pt x="0" y="0"/>
                </a:moveTo>
                <a:lnTo>
                  <a:pt x="3010804" y="0"/>
                </a:lnTo>
                <a:lnTo>
                  <a:pt x="3010804" y="3337277"/>
                </a:lnTo>
                <a:lnTo>
                  <a:pt x="0" y="33372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316501" y="-85725"/>
            <a:ext cx="9654998" cy="822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77"/>
              </a:lnSpc>
            </a:pPr>
            <a:r>
              <a:rPr lang="en-US" sz="4841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6° Passo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550305" y="484834"/>
            <a:ext cx="7488115" cy="1430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90"/>
              </a:lnSpc>
            </a:pPr>
            <a:r>
              <a:rPr lang="en-US" sz="4135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Exemplo: </a:t>
            </a:r>
          </a:p>
          <a:p>
            <a:pPr algn="ctr">
              <a:lnSpc>
                <a:spcPts val="5790"/>
              </a:lnSpc>
            </a:pPr>
            <a:r>
              <a:rPr lang="en-US" sz="4135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 1 0.03 4 * 30 / - / 1 - 100 *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82670" y="4221307"/>
            <a:ext cx="2402266" cy="792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11"/>
              </a:lnSpc>
            </a:pPr>
            <a:r>
              <a:rPr lang="en-US" sz="457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Output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747297" y="551509"/>
            <a:ext cx="3226014" cy="9183981"/>
            <a:chOff x="0" y="0"/>
            <a:chExt cx="4301351" cy="1224530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8723577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5823245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2900332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304720" y="9673091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304720" y="6694328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304720" y="371825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304720" y="74218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70"/>
                  </a:lnTo>
                  <a:lnTo>
                    <a:pt x="0" y="1960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 rot="0">
              <a:off x="358934" y="9968589"/>
              <a:ext cx="3637697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X = 1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358934" y="6941615"/>
              <a:ext cx="3637697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Y = 1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358934" y="3914019"/>
              <a:ext cx="3942417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Z = 0.12 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358934" y="886423"/>
              <a:ext cx="3637697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 = 0</a:t>
              </a:r>
            </a:p>
          </p:txBody>
        </p:sp>
      </p:grpSp>
    </p:spTree>
  </p:cSld>
  <p:clrMapOvr>
    <a:masterClrMapping/>
  </p:clrMapOvr>
</p:sld>
</file>

<file path=ppt/slides/slide5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3890803" y="1915148"/>
            <a:ext cx="482417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5964955" y="2195440"/>
            <a:ext cx="8851856" cy="2217584"/>
          </a:xfrm>
          <a:custGeom>
            <a:avLst/>
            <a:gdLst/>
            <a:ahLst/>
            <a:cxnLst/>
            <a:rect r="r" b="b" t="t" l="l"/>
            <a:pathLst>
              <a:path h="2217584" w="8851856">
                <a:moveTo>
                  <a:pt x="0" y="0"/>
                </a:moveTo>
                <a:lnTo>
                  <a:pt x="8851855" y="0"/>
                </a:lnTo>
                <a:lnTo>
                  <a:pt x="8851855" y="2217584"/>
                </a:lnTo>
                <a:lnTo>
                  <a:pt x="0" y="22175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384218" y="4413024"/>
            <a:ext cx="6013329" cy="5603911"/>
          </a:xfrm>
          <a:custGeom>
            <a:avLst/>
            <a:gdLst/>
            <a:ahLst/>
            <a:cxnLst/>
            <a:rect r="r" b="b" t="t" l="l"/>
            <a:pathLst>
              <a:path h="5603911" w="6013329">
                <a:moveTo>
                  <a:pt x="0" y="0"/>
                </a:moveTo>
                <a:lnTo>
                  <a:pt x="6013329" y="0"/>
                </a:lnTo>
                <a:lnTo>
                  <a:pt x="6013329" y="5603911"/>
                </a:lnTo>
                <a:lnTo>
                  <a:pt x="0" y="56039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316501" y="-85725"/>
            <a:ext cx="9654998" cy="822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77"/>
              </a:lnSpc>
            </a:pPr>
            <a:r>
              <a:rPr lang="en-US" sz="4841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7° Passo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550305" y="484834"/>
            <a:ext cx="7488115" cy="1430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90"/>
              </a:lnSpc>
            </a:pPr>
            <a:r>
              <a:rPr lang="en-US" sz="4135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Exemplo: </a:t>
            </a:r>
          </a:p>
          <a:p>
            <a:pPr algn="ctr">
              <a:lnSpc>
                <a:spcPts val="5790"/>
              </a:lnSpc>
            </a:pPr>
            <a:r>
              <a:rPr lang="en-US" sz="4135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 1 0.03 4 * 30 / - / 1 - 100 *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747297" y="551509"/>
            <a:ext cx="3226014" cy="9183981"/>
            <a:chOff x="0" y="0"/>
            <a:chExt cx="4301351" cy="1224530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8723577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5823245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2900332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304720" y="9673091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304720" y="6694328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304720" y="371825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304720" y="74218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70"/>
                  </a:lnTo>
                  <a:lnTo>
                    <a:pt x="0" y="1960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 rot="0">
              <a:off x="358934" y="9968589"/>
              <a:ext cx="3637697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X = 1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358934" y="6941615"/>
              <a:ext cx="3637697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Y = 1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358934" y="3914019"/>
              <a:ext cx="3942417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Z = 0.12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358934" y="886423"/>
              <a:ext cx="3637697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 = 30</a:t>
              </a:r>
            </a:p>
          </p:txBody>
        </p:sp>
      </p:grpSp>
    </p:spTree>
  </p:cSld>
  <p:clrMapOvr>
    <a:masterClrMapping/>
  </p:clrMapOvr>
</p:sld>
</file>

<file path=ppt/slides/slide5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937277" y="2401364"/>
            <a:ext cx="7417254" cy="2742136"/>
          </a:xfrm>
          <a:custGeom>
            <a:avLst/>
            <a:gdLst/>
            <a:ahLst/>
            <a:cxnLst/>
            <a:rect r="r" b="b" t="t" l="l"/>
            <a:pathLst>
              <a:path h="2742136" w="7417254">
                <a:moveTo>
                  <a:pt x="0" y="0"/>
                </a:moveTo>
                <a:lnTo>
                  <a:pt x="7417254" y="0"/>
                </a:lnTo>
                <a:lnTo>
                  <a:pt x="7417254" y="2742136"/>
                </a:lnTo>
                <a:lnTo>
                  <a:pt x="0" y="27421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573533" y="5610225"/>
            <a:ext cx="8144743" cy="4200299"/>
          </a:xfrm>
          <a:custGeom>
            <a:avLst/>
            <a:gdLst/>
            <a:ahLst/>
            <a:cxnLst/>
            <a:rect r="r" b="b" t="t" l="l"/>
            <a:pathLst>
              <a:path h="4200299" w="8144743">
                <a:moveTo>
                  <a:pt x="0" y="0"/>
                </a:moveTo>
                <a:lnTo>
                  <a:pt x="8144743" y="0"/>
                </a:lnTo>
                <a:lnTo>
                  <a:pt x="8144743" y="4200299"/>
                </a:lnTo>
                <a:lnTo>
                  <a:pt x="0" y="42002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706347" y="4690841"/>
            <a:ext cx="2703641" cy="2767256"/>
          </a:xfrm>
          <a:custGeom>
            <a:avLst/>
            <a:gdLst/>
            <a:ahLst/>
            <a:cxnLst/>
            <a:rect r="r" b="b" t="t" l="l"/>
            <a:pathLst>
              <a:path h="2767256" w="2703641">
                <a:moveTo>
                  <a:pt x="0" y="0"/>
                </a:moveTo>
                <a:lnTo>
                  <a:pt x="2703641" y="0"/>
                </a:lnTo>
                <a:lnTo>
                  <a:pt x="2703641" y="2767256"/>
                </a:lnTo>
                <a:lnTo>
                  <a:pt x="0" y="27672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316501" y="-85725"/>
            <a:ext cx="9654998" cy="822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77"/>
              </a:lnSpc>
            </a:pPr>
            <a:r>
              <a:rPr lang="en-US" sz="4841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7° Passo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857034" y="3677182"/>
            <a:ext cx="2402266" cy="792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11"/>
              </a:lnSpc>
            </a:pPr>
            <a:r>
              <a:rPr lang="en-US" sz="457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Output</a:t>
            </a:r>
          </a:p>
        </p:txBody>
      </p:sp>
      <p:sp>
        <p:nvSpPr>
          <p:cNvPr name="AutoShape 7" id="7"/>
          <p:cNvSpPr/>
          <p:nvPr/>
        </p:nvSpPr>
        <p:spPr>
          <a:xfrm>
            <a:off x="13890803" y="1915148"/>
            <a:ext cx="482417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10550305" y="484834"/>
            <a:ext cx="7488115" cy="1430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90"/>
              </a:lnSpc>
            </a:pPr>
            <a:r>
              <a:rPr lang="en-US" sz="4135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Exemplo: </a:t>
            </a:r>
          </a:p>
          <a:p>
            <a:pPr algn="ctr">
              <a:lnSpc>
                <a:spcPts val="5790"/>
              </a:lnSpc>
            </a:pPr>
            <a:r>
              <a:rPr lang="en-US" sz="4135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 1 0.03 4 * 30 / - / 1 - 100 *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747297" y="551509"/>
            <a:ext cx="3226014" cy="9183981"/>
            <a:chOff x="0" y="0"/>
            <a:chExt cx="4301351" cy="1224530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8723577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5823245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2900332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304720" y="9673091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304720" y="6694328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304720" y="371825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304720" y="74218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70"/>
                  </a:lnTo>
                  <a:lnTo>
                    <a:pt x="0" y="1960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 rot="0">
              <a:off x="358934" y="9968589"/>
              <a:ext cx="3637697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X = 1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358934" y="6941615"/>
              <a:ext cx="3637697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Y = 1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358934" y="3914019"/>
              <a:ext cx="3942417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Z = 0.12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358934" y="886423"/>
              <a:ext cx="3637697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 = 30</a:t>
              </a:r>
            </a:p>
          </p:txBody>
        </p:sp>
      </p:grpSp>
    </p:spTree>
  </p:cSld>
  <p:clrMapOvr>
    <a:masterClrMapping/>
  </p:clrMapOvr>
</p:sld>
</file>

<file path=ppt/slides/slide5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4538124" y="1924673"/>
            <a:ext cx="238499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6806005" y="2804489"/>
            <a:ext cx="6776501" cy="6453811"/>
          </a:xfrm>
          <a:custGeom>
            <a:avLst/>
            <a:gdLst/>
            <a:ahLst/>
            <a:cxnLst/>
            <a:rect r="r" b="b" t="t" l="l"/>
            <a:pathLst>
              <a:path h="6453811" w="6776501">
                <a:moveTo>
                  <a:pt x="0" y="0"/>
                </a:moveTo>
                <a:lnTo>
                  <a:pt x="6776502" y="0"/>
                </a:lnTo>
                <a:lnTo>
                  <a:pt x="6776502" y="6453811"/>
                </a:lnTo>
                <a:lnTo>
                  <a:pt x="0" y="64538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316501" y="-85725"/>
            <a:ext cx="9654998" cy="822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77"/>
              </a:lnSpc>
            </a:pPr>
            <a:r>
              <a:rPr lang="en-US" sz="4841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8° Passo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550305" y="484834"/>
            <a:ext cx="7488115" cy="1430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90"/>
              </a:lnSpc>
            </a:pPr>
            <a:r>
              <a:rPr lang="en-US" sz="4135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Exemplo: </a:t>
            </a:r>
          </a:p>
          <a:p>
            <a:pPr algn="ctr">
              <a:lnSpc>
                <a:spcPts val="5790"/>
              </a:lnSpc>
            </a:pPr>
            <a:r>
              <a:rPr lang="en-US" sz="4135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 1 0.03 4 * 30 / - / 1 - 100 *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747297" y="551509"/>
            <a:ext cx="3582509" cy="9183981"/>
            <a:chOff x="0" y="0"/>
            <a:chExt cx="4776679" cy="1224530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8723577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5823245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2900332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304720" y="9673091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304720" y="6694328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304720" y="371825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304720" y="74218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70"/>
                  </a:lnTo>
                  <a:lnTo>
                    <a:pt x="0" y="1960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 rot="0">
              <a:off x="358934" y="9968589"/>
              <a:ext cx="3637697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X = 1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358934" y="6941615"/>
              <a:ext cx="3637697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Y = 1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358934" y="3914019"/>
              <a:ext cx="4417745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Z = 0.004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358934" y="886423"/>
              <a:ext cx="3637697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 = 0</a:t>
              </a:r>
            </a:p>
          </p:txBody>
        </p:sp>
      </p:grpSp>
    </p:spTree>
  </p:cSld>
  <p:clrMapOvr>
    <a:masterClrMapping/>
  </p:clrMapOvr>
</p:sld>
</file>

<file path=ppt/slides/slide5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571183" y="1701713"/>
            <a:ext cx="5679006" cy="4663872"/>
          </a:xfrm>
          <a:custGeom>
            <a:avLst/>
            <a:gdLst/>
            <a:ahLst/>
            <a:cxnLst/>
            <a:rect r="r" b="b" t="t" l="l"/>
            <a:pathLst>
              <a:path h="4663872" w="5679006">
                <a:moveTo>
                  <a:pt x="0" y="0"/>
                </a:moveTo>
                <a:lnTo>
                  <a:pt x="5679006" y="0"/>
                </a:lnTo>
                <a:lnTo>
                  <a:pt x="5679006" y="4663871"/>
                </a:lnTo>
                <a:lnTo>
                  <a:pt x="0" y="46638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508911" y="4033648"/>
            <a:ext cx="5570902" cy="5701842"/>
          </a:xfrm>
          <a:custGeom>
            <a:avLst/>
            <a:gdLst/>
            <a:ahLst/>
            <a:cxnLst/>
            <a:rect r="r" b="b" t="t" l="l"/>
            <a:pathLst>
              <a:path h="5701842" w="5570902">
                <a:moveTo>
                  <a:pt x="0" y="0"/>
                </a:moveTo>
                <a:lnTo>
                  <a:pt x="5570903" y="0"/>
                </a:lnTo>
                <a:lnTo>
                  <a:pt x="5570903" y="5701843"/>
                </a:lnTo>
                <a:lnTo>
                  <a:pt x="0" y="57018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316501" y="-85725"/>
            <a:ext cx="9654998" cy="822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77"/>
              </a:lnSpc>
            </a:pPr>
            <a:r>
              <a:rPr lang="en-US" sz="4841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8° Passo</a:t>
            </a:r>
          </a:p>
        </p:txBody>
      </p:sp>
      <p:sp>
        <p:nvSpPr>
          <p:cNvPr name="AutoShape 5" id="5"/>
          <p:cNvSpPr/>
          <p:nvPr/>
        </p:nvSpPr>
        <p:spPr>
          <a:xfrm flipV="true">
            <a:off x="10550305" y="4493328"/>
            <a:ext cx="789740" cy="163967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6" id="6"/>
          <p:cNvGrpSpPr/>
          <p:nvPr/>
        </p:nvGrpSpPr>
        <p:grpSpPr>
          <a:xfrm rot="0">
            <a:off x="747297" y="551509"/>
            <a:ext cx="3582509" cy="9183981"/>
            <a:chOff x="0" y="0"/>
            <a:chExt cx="4776679" cy="1224530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8723577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5823245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2900332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304720" y="9673091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304720" y="6694328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304720" y="371825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304720" y="74218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70"/>
                  </a:lnTo>
                  <a:lnTo>
                    <a:pt x="0" y="1960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 rot="0">
              <a:off x="358934" y="9968589"/>
              <a:ext cx="3637697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X = 1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358934" y="6941615"/>
              <a:ext cx="3637697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Y = 1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358934" y="3914019"/>
              <a:ext cx="4417745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Z = 0.004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358934" y="886423"/>
              <a:ext cx="3637697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 = 0</a:t>
              </a:r>
            </a:p>
          </p:txBody>
        </p:sp>
      </p:grpSp>
      <p:sp>
        <p:nvSpPr>
          <p:cNvPr name="AutoShape 19" id="19"/>
          <p:cNvSpPr/>
          <p:nvPr/>
        </p:nvSpPr>
        <p:spPr>
          <a:xfrm>
            <a:off x="14538124" y="1924673"/>
            <a:ext cx="238499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0" id="20"/>
          <p:cNvSpPr txBox="true"/>
          <p:nvPr/>
        </p:nvSpPr>
        <p:spPr>
          <a:xfrm rot="0">
            <a:off x="10550305" y="484834"/>
            <a:ext cx="7488115" cy="1430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90"/>
              </a:lnSpc>
            </a:pPr>
            <a:r>
              <a:rPr lang="en-US" sz="4135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Exemplo: </a:t>
            </a:r>
          </a:p>
          <a:p>
            <a:pPr algn="ctr">
              <a:lnSpc>
                <a:spcPts val="5790"/>
              </a:lnSpc>
            </a:pPr>
            <a:r>
              <a:rPr lang="en-US" sz="4135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 1 0.03 4 * 30 / - / 1 - 100 *</a:t>
            </a:r>
          </a:p>
        </p:txBody>
      </p:sp>
    </p:spTree>
  </p:cSld>
  <p:clrMapOvr>
    <a:masterClrMapping/>
  </p:clrMapOvr>
</p:sld>
</file>

<file path=ppt/slides/slide5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7297" y="551509"/>
            <a:ext cx="3582509" cy="9183981"/>
            <a:chOff x="0" y="0"/>
            <a:chExt cx="4776679" cy="122453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8723577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5823245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2900332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304720" y="9673091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04720" y="6694328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304720" y="371825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304720" y="74218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70"/>
                  </a:lnTo>
                  <a:lnTo>
                    <a:pt x="0" y="1960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358934" y="9968589"/>
              <a:ext cx="3637697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X = 1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358934" y="6941615"/>
              <a:ext cx="3637697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Y = 1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358934" y="3914019"/>
              <a:ext cx="4417745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Z = 0.004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358934" y="886423"/>
              <a:ext cx="3637697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 = 0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9040170" y="5143500"/>
            <a:ext cx="3487266" cy="3337277"/>
          </a:xfrm>
          <a:custGeom>
            <a:avLst/>
            <a:gdLst/>
            <a:ahLst/>
            <a:cxnLst/>
            <a:rect r="r" b="b" t="t" l="l"/>
            <a:pathLst>
              <a:path h="3337277" w="3487266">
                <a:moveTo>
                  <a:pt x="0" y="0"/>
                </a:moveTo>
                <a:lnTo>
                  <a:pt x="3487266" y="0"/>
                </a:lnTo>
                <a:lnTo>
                  <a:pt x="3487266" y="3337277"/>
                </a:lnTo>
                <a:lnTo>
                  <a:pt x="0" y="33372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4316501" y="-85725"/>
            <a:ext cx="9654998" cy="822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77"/>
              </a:lnSpc>
            </a:pPr>
            <a:r>
              <a:rPr lang="en-US" sz="4841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8° Passo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582670" y="4221307"/>
            <a:ext cx="2402266" cy="792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11"/>
              </a:lnSpc>
            </a:pPr>
            <a:r>
              <a:rPr lang="en-US" sz="457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Output</a:t>
            </a:r>
          </a:p>
        </p:txBody>
      </p:sp>
      <p:sp>
        <p:nvSpPr>
          <p:cNvPr name="AutoShape 18" id="18"/>
          <p:cNvSpPr/>
          <p:nvPr/>
        </p:nvSpPr>
        <p:spPr>
          <a:xfrm>
            <a:off x="14538124" y="1924673"/>
            <a:ext cx="238499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9" id="19"/>
          <p:cNvSpPr txBox="true"/>
          <p:nvPr/>
        </p:nvSpPr>
        <p:spPr>
          <a:xfrm rot="0">
            <a:off x="10550305" y="484834"/>
            <a:ext cx="7488115" cy="1430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90"/>
              </a:lnSpc>
            </a:pPr>
            <a:r>
              <a:rPr lang="en-US" sz="4135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Exemplo: </a:t>
            </a:r>
          </a:p>
          <a:p>
            <a:pPr algn="ctr">
              <a:lnSpc>
                <a:spcPts val="5790"/>
              </a:lnSpc>
            </a:pPr>
            <a:r>
              <a:rPr lang="en-US" sz="4135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 1 0.03 4 * 30 / - / 1 - 100 *</a:t>
            </a:r>
          </a:p>
        </p:txBody>
      </p:sp>
    </p:spTree>
  </p:cSld>
  <p:clrMapOvr>
    <a:masterClrMapping/>
  </p:clrMapOvr>
</p:sld>
</file>

<file path=ppt/slides/slide5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4838331" y="1924673"/>
            <a:ext cx="238499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6806005" y="2804489"/>
            <a:ext cx="6776501" cy="6453811"/>
          </a:xfrm>
          <a:custGeom>
            <a:avLst/>
            <a:gdLst/>
            <a:ahLst/>
            <a:cxnLst/>
            <a:rect r="r" b="b" t="t" l="l"/>
            <a:pathLst>
              <a:path h="6453811" w="6776501">
                <a:moveTo>
                  <a:pt x="0" y="0"/>
                </a:moveTo>
                <a:lnTo>
                  <a:pt x="6776502" y="0"/>
                </a:lnTo>
                <a:lnTo>
                  <a:pt x="6776502" y="6453811"/>
                </a:lnTo>
                <a:lnTo>
                  <a:pt x="0" y="64538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316501" y="-85725"/>
            <a:ext cx="9654998" cy="822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77"/>
              </a:lnSpc>
            </a:pPr>
            <a:r>
              <a:rPr lang="en-US" sz="4841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9° Passo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550305" y="484834"/>
            <a:ext cx="7488115" cy="1430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90"/>
              </a:lnSpc>
            </a:pPr>
            <a:r>
              <a:rPr lang="en-US" sz="4135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Exemplo: </a:t>
            </a:r>
          </a:p>
          <a:p>
            <a:pPr algn="ctr">
              <a:lnSpc>
                <a:spcPts val="5790"/>
              </a:lnSpc>
            </a:pPr>
            <a:r>
              <a:rPr lang="en-US" sz="4135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 1 0.03 4 * 30 / - / 1 - 100 *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747297" y="551509"/>
            <a:ext cx="3785517" cy="9183981"/>
            <a:chOff x="0" y="0"/>
            <a:chExt cx="5047356" cy="1224530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8723577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5823245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2900332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304720" y="9673091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304720" y="6694328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304720" y="371825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304720" y="74218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70"/>
                  </a:lnTo>
                  <a:lnTo>
                    <a:pt x="0" y="1960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 rot="0">
              <a:off x="358934" y="9968589"/>
              <a:ext cx="3637697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X = 1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358934" y="6941615"/>
              <a:ext cx="4688421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Y = 0.996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358934" y="3914019"/>
              <a:ext cx="4417745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Z = 0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358934" y="886423"/>
              <a:ext cx="3637697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 = 0</a:t>
              </a:r>
            </a:p>
          </p:txBody>
        </p:sp>
      </p:grpSp>
    </p:spTree>
  </p:cSld>
  <p:clrMapOvr>
    <a:masterClrMapping/>
  </p:clrMapOvr>
</p:sld>
</file>

<file path=ppt/slides/slide6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571183" y="1701713"/>
            <a:ext cx="5679006" cy="4663872"/>
          </a:xfrm>
          <a:custGeom>
            <a:avLst/>
            <a:gdLst/>
            <a:ahLst/>
            <a:cxnLst/>
            <a:rect r="r" b="b" t="t" l="l"/>
            <a:pathLst>
              <a:path h="4663872" w="5679006">
                <a:moveTo>
                  <a:pt x="0" y="0"/>
                </a:moveTo>
                <a:lnTo>
                  <a:pt x="5679006" y="0"/>
                </a:lnTo>
                <a:lnTo>
                  <a:pt x="5679006" y="4663871"/>
                </a:lnTo>
                <a:lnTo>
                  <a:pt x="0" y="46638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508911" y="4033648"/>
            <a:ext cx="5570902" cy="5701842"/>
          </a:xfrm>
          <a:custGeom>
            <a:avLst/>
            <a:gdLst/>
            <a:ahLst/>
            <a:cxnLst/>
            <a:rect r="r" b="b" t="t" l="l"/>
            <a:pathLst>
              <a:path h="5701842" w="5570902">
                <a:moveTo>
                  <a:pt x="0" y="0"/>
                </a:moveTo>
                <a:lnTo>
                  <a:pt x="5570903" y="0"/>
                </a:lnTo>
                <a:lnTo>
                  <a:pt x="5570903" y="5701843"/>
                </a:lnTo>
                <a:lnTo>
                  <a:pt x="0" y="57018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316501" y="-85725"/>
            <a:ext cx="9654998" cy="822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77"/>
              </a:lnSpc>
            </a:pPr>
            <a:r>
              <a:rPr lang="en-US" sz="4841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9° Passo</a:t>
            </a:r>
          </a:p>
        </p:txBody>
      </p:sp>
      <p:sp>
        <p:nvSpPr>
          <p:cNvPr name="AutoShape 5" id="5"/>
          <p:cNvSpPr/>
          <p:nvPr/>
        </p:nvSpPr>
        <p:spPr>
          <a:xfrm flipV="true">
            <a:off x="10550305" y="4493328"/>
            <a:ext cx="789740" cy="163967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6" id="6"/>
          <p:cNvSpPr/>
          <p:nvPr/>
        </p:nvSpPr>
        <p:spPr>
          <a:xfrm>
            <a:off x="14838331" y="1924673"/>
            <a:ext cx="238499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0550305" y="484834"/>
            <a:ext cx="7488115" cy="1430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90"/>
              </a:lnSpc>
            </a:pPr>
            <a:r>
              <a:rPr lang="en-US" sz="4135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Exemplo: </a:t>
            </a:r>
          </a:p>
          <a:p>
            <a:pPr algn="ctr">
              <a:lnSpc>
                <a:spcPts val="5790"/>
              </a:lnSpc>
            </a:pPr>
            <a:r>
              <a:rPr lang="en-US" sz="4135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 1 0.03 4 * 30 / - / 1 - 100 *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747297" y="551509"/>
            <a:ext cx="3785517" cy="9183981"/>
            <a:chOff x="0" y="0"/>
            <a:chExt cx="5047356" cy="1224530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8723577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5823245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2900332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304720" y="9673091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304720" y="6694328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304720" y="371825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304720" y="74218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70"/>
                  </a:lnTo>
                  <a:lnTo>
                    <a:pt x="0" y="1960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 rot="0">
              <a:off x="358934" y="9968589"/>
              <a:ext cx="3637697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X = 1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358934" y="6941615"/>
              <a:ext cx="4688421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Y = 0.996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358934" y="3914019"/>
              <a:ext cx="4417745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Z = 0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358934" y="886423"/>
              <a:ext cx="3637697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 = 0</a:t>
              </a:r>
            </a:p>
          </p:txBody>
        </p:sp>
      </p:grpSp>
    </p:spTree>
  </p:cSld>
  <p:clrMapOvr>
    <a:masterClrMapping/>
  </p:clrMapOvr>
</p:sld>
</file>

<file path=ppt/slides/slide6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316501" y="-85725"/>
            <a:ext cx="9654998" cy="822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77"/>
              </a:lnSpc>
            </a:pPr>
            <a:r>
              <a:rPr lang="en-US" sz="4841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9° Passo</a:t>
            </a:r>
          </a:p>
        </p:txBody>
      </p:sp>
      <p:sp>
        <p:nvSpPr>
          <p:cNvPr name="AutoShape 3" id="3"/>
          <p:cNvSpPr/>
          <p:nvPr/>
        </p:nvSpPr>
        <p:spPr>
          <a:xfrm>
            <a:off x="14838331" y="1924673"/>
            <a:ext cx="238499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747297" y="551509"/>
            <a:ext cx="3785517" cy="9183981"/>
            <a:chOff x="0" y="0"/>
            <a:chExt cx="5047356" cy="1224530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8723577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5823245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2900332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304720" y="9673091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304720" y="6694328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304720" y="371825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304720" y="74218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70"/>
                  </a:lnTo>
                  <a:lnTo>
                    <a:pt x="0" y="1960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358934" y="9968589"/>
              <a:ext cx="3637697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X = 1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358934" y="6941615"/>
              <a:ext cx="4688421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Y = 0.996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358934" y="3914019"/>
              <a:ext cx="4417745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Z = 0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358934" y="886423"/>
              <a:ext cx="3637697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 = 0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9384381" y="5355240"/>
            <a:ext cx="2798844" cy="2950955"/>
          </a:xfrm>
          <a:custGeom>
            <a:avLst/>
            <a:gdLst/>
            <a:ahLst/>
            <a:cxnLst/>
            <a:rect r="r" b="b" t="t" l="l"/>
            <a:pathLst>
              <a:path h="2950955" w="2798844">
                <a:moveTo>
                  <a:pt x="0" y="0"/>
                </a:moveTo>
                <a:lnTo>
                  <a:pt x="2798844" y="0"/>
                </a:lnTo>
                <a:lnTo>
                  <a:pt x="2798844" y="2950955"/>
                </a:lnTo>
                <a:lnTo>
                  <a:pt x="0" y="29509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9582670" y="4221307"/>
            <a:ext cx="2402266" cy="792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11"/>
              </a:lnSpc>
            </a:pPr>
            <a:r>
              <a:rPr lang="en-US" sz="457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Output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550305" y="484834"/>
            <a:ext cx="7488115" cy="1430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90"/>
              </a:lnSpc>
            </a:pPr>
            <a:r>
              <a:rPr lang="en-US" sz="4135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Exemplo: </a:t>
            </a:r>
          </a:p>
          <a:p>
            <a:pPr algn="ctr">
              <a:lnSpc>
                <a:spcPts val="5790"/>
              </a:lnSpc>
            </a:pPr>
            <a:r>
              <a:rPr lang="en-US" sz="4135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 1 0.03 4 * 30 / - / 1 - 100 *</a:t>
            </a:r>
          </a:p>
        </p:txBody>
      </p:sp>
    </p:spTree>
  </p:cSld>
  <p:clrMapOvr>
    <a:masterClrMapping/>
  </p:clrMapOvr>
</p:sld>
</file>

<file path=ppt/slides/slide6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5194827" y="1905623"/>
            <a:ext cx="238499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6806005" y="2804489"/>
            <a:ext cx="6776501" cy="6453811"/>
          </a:xfrm>
          <a:custGeom>
            <a:avLst/>
            <a:gdLst/>
            <a:ahLst/>
            <a:cxnLst/>
            <a:rect r="r" b="b" t="t" l="l"/>
            <a:pathLst>
              <a:path h="6453811" w="6776501">
                <a:moveTo>
                  <a:pt x="0" y="0"/>
                </a:moveTo>
                <a:lnTo>
                  <a:pt x="6776502" y="0"/>
                </a:lnTo>
                <a:lnTo>
                  <a:pt x="6776502" y="6453811"/>
                </a:lnTo>
                <a:lnTo>
                  <a:pt x="0" y="64538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316501" y="-85725"/>
            <a:ext cx="9654998" cy="822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77"/>
              </a:lnSpc>
            </a:pPr>
            <a:r>
              <a:rPr lang="en-US" sz="4841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10° Passo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550305" y="484834"/>
            <a:ext cx="7488115" cy="1430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90"/>
              </a:lnSpc>
            </a:pPr>
            <a:r>
              <a:rPr lang="en-US" sz="4135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Exemplo: </a:t>
            </a:r>
          </a:p>
          <a:p>
            <a:pPr algn="ctr">
              <a:lnSpc>
                <a:spcPts val="5790"/>
              </a:lnSpc>
            </a:pPr>
            <a:r>
              <a:rPr lang="en-US" sz="4135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 1 0.03 4 * 30 / - / 1 - 100 *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747297" y="551509"/>
            <a:ext cx="3582509" cy="9572897"/>
            <a:chOff x="0" y="0"/>
            <a:chExt cx="4776679" cy="1276386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8723577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5823245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2900332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304720" y="9673091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304720" y="6694328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304720" y="371825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304720" y="74218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70"/>
                  </a:lnTo>
                  <a:lnTo>
                    <a:pt x="0" y="1960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 rot="0">
              <a:off x="358934" y="9968589"/>
              <a:ext cx="4138042" cy="27952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X = 1.00401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358934" y="6941615"/>
              <a:ext cx="3637697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Y = 0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358934" y="3914019"/>
              <a:ext cx="4417745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Z = 0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358934" y="886423"/>
              <a:ext cx="3637697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 = 0</a:t>
              </a:r>
            </a:p>
          </p:txBody>
        </p:sp>
      </p:grpSp>
    </p:spTree>
  </p:cSld>
  <p:clrMapOvr>
    <a:masterClrMapping/>
  </p:clrMapOvr>
</p:sld>
</file>

<file path=ppt/slides/slide6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571183" y="1701713"/>
            <a:ext cx="5679006" cy="4663872"/>
          </a:xfrm>
          <a:custGeom>
            <a:avLst/>
            <a:gdLst/>
            <a:ahLst/>
            <a:cxnLst/>
            <a:rect r="r" b="b" t="t" l="l"/>
            <a:pathLst>
              <a:path h="4663872" w="5679006">
                <a:moveTo>
                  <a:pt x="0" y="0"/>
                </a:moveTo>
                <a:lnTo>
                  <a:pt x="5679006" y="0"/>
                </a:lnTo>
                <a:lnTo>
                  <a:pt x="5679006" y="4663871"/>
                </a:lnTo>
                <a:lnTo>
                  <a:pt x="0" y="46638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508911" y="4033648"/>
            <a:ext cx="5570902" cy="5701842"/>
          </a:xfrm>
          <a:custGeom>
            <a:avLst/>
            <a:gdLst/>
            <a:ahLst/>
            <a:cxnLst/>
            <a:rect r="r" b="b" t="t" l="l"/>
            <a:pathLst>
              <a:path h="5701842" w="5570902">
                <a:moveTo>
                  <a:pt x="0" y="0"/>
                </a:moveTo>
                <a:lnTo>
                  <a:pt x="5570903" y="0"/>
                </a:lnTo>
                <a:lnTo>
                  <a:pt x="5570903" y="5701843"/>
                </a:lnTo>
                <a:lnTo>
                  <a:pt x="0" y="57018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316501" y="-85725"/>
            <a:ext cx="9654998" cy="822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77"/>
              </a:lnSpc>
            </a:pPr>
            <a:r>
              <a:rPr lang="en-US" sz="4841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10° Passo</a:t>
            </a:r>
          </a:p>
        </p:txBody>
      </p:sp>
      <p:sp>
        <p:nvSpPr>
          <p:cNvPr name="AutoShape 5" id="5"/>
          <p:cNvSpPr/>
          <p:nvPr/>
        </p:nvSpPr>
        <p:spPr>
          <a:xfrm flipV="true">
            <a:off x="10550305" y="4493328"/>
            <a:ext cx="789740" cy="163967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6" id="6"/>
          <p:cNvSpPr/>
          <p:nvPr/>
        </p:nvSpPr>
        <p:spPr>
          <a:xfrm>
            <a:off x="15194827" y="1905623"/>
            <a:ext cx="238499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0550305" y="484834"/>
            <a:ext cx="7488115" cy="1430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90"/>
              </a:lnSpc>
            </a:pPr>
            <a:r>
              <a:rPr lang="en-US" sz="4135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Exemplo: </a:t>
            </a:r>
          </a:p>
          <a:p>
            <a:pPr algn="ctr">
              <a:lnSpc>
                <a:spcPts val="5790"/>
              </a:lnSpc>
            </a:pPr>
            <a:r>
              <a:rPr lang="en-US" sz="4135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 1 0.03 4 * 30 / - / 1 - 100 *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747297" y="551509"/>
            <a:ext cx="3582509" cy="9572897"/>
            <a:chOff x="0" y="0"/>
            <a:chExt cx="4776679" cy="1276386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8723577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5823245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2900332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304720" y="9673091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304720" y="6694328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304720" y="371825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304720" y="74218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70"/>
                  </a:lnTo>
                  <a:lnTo>
                    <a:pt x="0" y="1960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 rot="0">
              <a:off x="358934" y="9968589"/>
              <a:ext cx="4138042" cy="27952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X = 1.00401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358934" y="6941615"/>
              <a:ext cx="3637697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Y = 0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358934" y="3914019"/>
              <a:ext cx="4417745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Z = 0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358934" y="886423"/>
              <a:ext cx="3637697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 = 0</a:t>
              </a:r>
            </a:p>
          </p:txBody>
        </p:sp>
      </p:grpSp>
    </p:spTree>
  </p:cSld>
  <p:clrMapOvr>
    <a:masterClrMapping/>
  </p:clrMapOvr>
</p:sld>
</file>

<file path=ppt/slides/slide6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316501" y="-85725"/>
            <a:ext cx="9654998" cy="822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77"/>
              </a:lnSpc>
            </a:pPr>
            <a:r>
              <a:rPr lang="en-US" sz="4841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10° Passo</a:t>
            </a:r>
          </a:p>
        </p:txBody>
      </p:sp>
      <p:sp>
        <p:nvSpPr>
          <p:cNvPr name="AutoShape 3" id="3"/>
          <p:cNvSpPr/>
          <p:nvPr/>
        </p:nvSpPr>
        <p:spPr>
          <a:xfrm>
            <a:off x="15194827" y="1905623"/>
            <a:ext cx="238499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7113687" y="5321423"/>
            <a:ext cx="7340232" cy="2989235"/>
          </a:xfrm>
          <a:custGeom>
            <a:avLst/>
            <a:gdLst/>
            <a:ahLst/>
            <a:cxnLst/>
            <a:rect r="r" b="b" t="t" l="l"/>
            <a:pathLst>
              <a:path h="2989235" w="7340232">
                <a:moveTo>
                  <a:pt x="0" y="0"/>
                </a:moveTo>
                <a:lnTo>
                  <a:pt x="7340232" y="0"/>
                </a:lnTo>
                <a:lnTo>
                  <a:pt x="7340232" y="2989235"/>
                </a:lnTo>
                <a:lnTo>
                  <a:pt x="0" y="29892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582670" y="4221307"/>
            <a:ext cx="2402266" cy="792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11"/>
              </a:lnSpc>
            </a:pPr>
            <a:r>
              <a:rPr lang="en-US" sz="457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Output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550305" y="484834"/>
            <a:ext cx="7488115" cy="1430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90"/>
              </a:lnSpc>
            </a:pPr>
            <a:r>
              <a:rPr lang="en-US" sz="4135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Exemplo: </a:t>
            </a:r>
          </a:p>
          <a:p>
            <a:pPr algn="ctr">
              <a:lnSpc>
                <a:spcPts val="5790"/>
              </a:lnSpc>
            </a:pPr>
            <a:r>
              <a:rPr lang="en-US" sz="4135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 1 0.03 4 * 30 / - / 1 - 100 *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747297" y="551509"/>
            <a:ext cx="3582509" cy="9572897"/>
            <a:chOff x="0" y="0"/>
            <a:chExt cx="4776679" cy="1276386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8723577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5823245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2900332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304720" y="9673091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304720" y="6694328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304720" y="371825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304720" y="74218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70"/>
                  </a:lnTo>
                  <a:lnTo>
                    <a:pt x="0" y="1960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 rot="0">
              <a:off x="358934" y="9968589"/>
              <a:ext cx="4138042" cy="27952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X = 1.00401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358934" y="6941615"/>
              <a:ext cx="3637697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Y = 0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358934" y="3914019"/>
              <a:ext cx="4417745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Z = 0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358934" y="886423"/>
              <a:ext cx="3637697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 = 0</a:t>
              </a:r>
            </a:p>
          </p:txBody>
        </p:sp>
      </p:grpSp>
    </p:spTree>
  </p:cSld>
  <p:clrMapOvr>
    <a:masterClrMapping/>
  </p:clrMapOvr>
</p:sld>
</file>

<file path=ppt/slides/slide6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5522687" y="1905623"/>
            <a:ext cx="482417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5964955" y="2195440"/>
            <a:ext cx="8851856" cy="2217584"/>
          </a:xfrm>
          <a:custGeom>
            <a:avLst/>
            <a:gdLst/>
            <a:ahLst/>
            <a:cxnLst/>
            <a:rect r="r" b="b" t="t" l="l"/>
            <a:pathLst>
              <a:path h="2217584" w="8851856">
                <a:moveTo>
                  <a:pt x="0" y="0"/>
                </a:moveTo>
                <a:lnTo>
                  <a:pt x="8851855" y="0"/>
                </a:lnTo>
                <a:lnTo>
                  <a:pt x="8851855" y="2217584"/>
                </a:lnTo>
                <a:lnTo>
                  <a:pt x="0" y="22175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384218" y="4413024"/>
            <a:ext cx="6013329" cy="5603911"/>
          </a:xfrm>
          <a:custGeom>
            <a:avLst/>
            <a:gdLst/>
            <a:ahLst/>
            <a:cxnLst/>
            <a:rect r="r" b="b" t="t" l="l"/>
            <a:pathLst>
              <a:path h="5603911" w="6013329">
                <a:moveTo>
                  <a:pt x="0" y="0"/>
                </a:moveTo>
                <a:lnTo>
                  <a:pt x="6013329" y="0"/>
                </a:lnTo>
                <a:lnTo>
                  <a:pt x="6013329" y="5603911"/>
                </a:lnTo>
                <a:lnTo>
                  <a:pt x="0" y="56039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316501" y="-85725"/>
            <a:ext cx="9654998" cy="822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77"/>
              </a:lnSpc>
            </a:pPr>
            <a:r>
              <a:rPr lang="en-US" sz="4841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11° Passo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550305" y="484834"/>
            <a:ext cx="7488115" cy="1430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90"/>
              </a:lnSpc>
            </a:pPr>
            <a:r>
              <a:rPr lang="en-US" sz="4135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Exemplo: </a:t>
            </a:r>
          </a:p>
          <a:p>
            <a:pPr algn="ctr">
              <a:lnSpc>
                <a:spcPts val="5790"/>
              </a:lnSpc>
            </a:pPr>
            <a:r>
              <a:rPr lang="en-US" sz="4135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 1 0.03 4 * 30 / - / 1 - 100 *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747297" y="551509"/>
            <a:ext cx="3226014" cy="9183981"/>
            <a:chOff x="0" y="0"/>
            <a:chExt cx="4301351" cy="1224530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8723577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5823245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2900332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304720" y="9673091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304720" y="6694328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304720" y="371825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304720" y="74218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70"/>
                  </a:lnTo>
                  <a:lnTo>
                    <a:pt x="0" y="1960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 rot="0">
              <a:off x="358934" y="9968589"/>
              <a:ext cx="3637697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X = 1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358934" y="6941615"/>
              <a:ext cx="3637697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Y = 1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358934" y="3914019"/>
              <a:ext cx="3942417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Z = 0.12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358934" y="886423"/>
              <a:ext cx="3637697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 = 30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47297" y="551509"/>
            <a:ext cx="3582509" cy="9572897"/>
            <a:chOff x="0" y="0"/>
            <a:chExt cx="4776679" cy="1276386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8723577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5823245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2900332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304720" y="9673091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304720" y="6694328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304720" y="371825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304720" y="74218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70"/>
                  </a:lnTo>
                  <a:lnTo>
                    <a:pt x="0" y="1960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 rot="0">
              <a:off x="358934" y="9968589"/>
              <a:ext cx="4138042" cy="27952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X = 1.00401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358934" y="6941615"/>
              <a:ext cx="3637697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Y = 1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358934" y="3914019"/>
              <a:ext cx="4417745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Z = 0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358934" y="886423"/>
              <a:ext cx="3637697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 = 0</a:t>
              </a:r>
            </a:p>
          </p:txBody>
        </p:sp>
      </p:grpSp>
    </p:spTree>
  </p:cSld>
  <p:clrMapOvr>
    <a:masterClrMapping/>
  </p:clrMapOvr>
</p:sld>
</file>

<file path=ppt/slides/slide6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7297" y="551509"/>
            <a:ext cx="3226014" cy="9183981"/>
            <a:chOff x="0" y="0"/>
            <a:chExt cx="4301351" cy="122453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8723577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5823245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2900332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304720" y="9673091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04720" y="6694328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304720" y="371825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304720" y="74218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70"/>
                  </a:lnTo>
                  <a:lnTo>
                    <a:pt x="0" y="1960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358934" y="9968589"/>
              <a:ext cx="3637697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X = 1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358934" y="6941615"/>
              <a:ext cx="3637697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Y = 1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358934" y="3914019"/>
              <a:ext cx="3942417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Z = 0.03 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358934" y="886423"/>
              <a:ext cx="3637697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 = 0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4937277" y="2401364"/>
            <a:ext cx="7417254" cy="2742136"/>
          </a:xfrm>
          <a:custGeom>
            <a:avLst/>
            <a:gdLst/>
            <a:ahLst/>
            <a:cxnLst/>
            <a:rect r="r" b="b" t="t" l="l"/>
            <a:pathLst>
              <a:path h="2742136" w="7417254">
                <a:moveTo>
                  <a:pt x="0" y="0"/>
                </a:moveTo>
                <a:lnTo>
                  <a:pt x="7417254" y="0"/>
                </a:lnTo>
                <a:lnTo>
                  <a:pt x="7417254" y="2742136"/>
                </a:lnTo>
                <a:lnTo>
                  <a:pt x="0" y="27421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4573533" y="5610225"/>
            <a:ext cx="8144743" cy="4200299"/>
          </a:xfrm>
          <a:custGeom>
            <a:avLst/>
            <a:gdLst/>
            <a:ahLst/>
            <a:cxnLst/>
            <a:rect r="r" b="b" t="t" l="l"/>
            <a:pathLst>
              <a:path h="4200299" w="8144743">
                <a:moveTo>
                  <a:pt x="0" y="0"/>
                </a:moveTo>
                <a:lnTo>
                  <a:pt x="8144743" y="0"/>
                </a:lnTo>
                <a:lnTo>
                  <a:pt x="8144743" y="4200299"/>
                </a:lnTo>
                <a:lnTo>
                  <a:pt x="0" y="420029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3016094" y="4776979"/>
            <a:ext cx="5271906" cy="2221035"/>
          </a:xfrm>
          <a:custGeom>
            <a:avLst/>
            <a:gdLst/>
            <a:ahLst/>
            <a:cxnLst/>
            <a:rect r="r" b="b" t="t" l="l"/>
            <a:pathLst>
              <a:path h="2221035" w="5271906">
                <a:moveTo>
                  <a:pt x="0" y="0"/>
                </a:moveTo>
                <a:lnTo>
                  <a:pt x="5271906" y="0"/>
                </a:lnTo>
                <a:lnTo>
                  <a:pt x="5271906" y="2221034"/>
                </a:lnTo>
                <a:lnTo>
                  <a:pt x="0" y="22210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4316501" y="-85725"/>
            <a:ext cx="9654998" cy="822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77"/>
              </a:lnSpc>
            </a:pPr>
            <a:r>
              <a:rPr lang="en-US" sz="4841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11° Passo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857034" y="3677182"/>
            <a:ext cx="2402266" cy="792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11"/>
              </a:lnSpc>
            </a:pPr>
            <a:r>
              <a:rPr lang="en-US" sz="457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Output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747297" y="551509"/>
            <a:ext cx="3582509" cy="9572897"/>
            <a:chOff x="0" y="0"/>
            <a:chExt cx="4776679" cy="1276386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8723577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5823245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2900332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304720" y="9673091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304720" y="6694328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304720" y="371825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304720" y="74218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70"/>
                  </a:lnTo>
                  <a:lnTo>
                    <a:pt x="0" y="1960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 rot="0">
              <a:off x="358934" y="9968589"/>
              <a:ext cx="4138042" cy="27952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X = 1.00401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358934" y="6941615"/>
              <a:ext cx="3637697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Y = 1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358934" y="3914019"/>
              <a:ext cx="4417745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Z = 0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358934" y="886423"/>
              <a:ext cx="3637697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 = 0</a:t>
              </a:r>
            </a:p>
          </p:txBody>
        </p:sp>
      </p:grpSp>
      <p:sp>
        <p:nvSpPr>
          <p:cNvPr name="AutoShape 33" id="33"/>
          <p:cNvSpPr/>
          <p:nvPr/>
        </p:nvSpPr>
        <p:spPr>
          <a:xfrm>
            <a:off x="15522687" y="1905623"/>
            <a:ext cx="482417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4" id="34"/>
          <p:cNvSpPr txBox="true"/>
          <p:nvPr/>
        </p:nvSpPr>
        <p:spPr>
          <a:xfrm rot="0">
            <a:off x="10550305" y="484834"/>
            <a:ext cx="7488115" cy="1430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90"/>
              </a:lnSpc>
            </a:pPr>
            <a:r>
              <a:rPr lang="en-US" sz="4135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Exemplo: </a:t>
            </a:r>
          </a:p>
          <a:p>
            <a:pPr algn="ctr">
              <a:lnSpc>
                <a:spcPts val="5790"/>
              </a:lnSpc>
            </a:pPr>
            <a:r>
              <a:rPr lang="en-US" sz="4135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 1 0.03 4 * 30 / - / 1 - 100 *</a:t>
            </a:r>
          </a:p>
        </p:txBody>
      </p:sp>
    </p:spTree>
  </p:cSld>
  <p:clrMapOvr>
    <a:masterClrMapping/>
  </p:clrMapOvr>
</p:sld>
</file>

<file path=ppt/slides/slide6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5982870" y="1905623"/>
            <a:ext cx="238499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6806005" y="2804489"/>
            <a:ext cx="6776501" cy="6453811"/>
          </a:xfrm>
          <a:custGeom>
            <a:avLst/>
            <a:gdLst/>
            <a:ahLst/>
            <a:cxnLst/>
            <a:rect r="r" b="b" t="t" l="l"/>
            <a:pathLst>
              <a:path h="6453811" w="6776501">
                <a:moveTo>
                  <a:pt x="0" y="0"/>
                </a:moveTo>
                <a:lnTo>
                  <a:pt x="6776502" y="0"/>
                </a:lnTo>
                <a:lnTo>
                  <a:pt x="6776502" y="6453811"/>
                </a:lnTo>
                <a:lnTo>
                  <a:pt x="0" y="64538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316501" y="-85725"/>
            <a:ext cx="9654998" cy="822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77"/>
              </a:lnSpc>
            </a:pPr>
            <a:r>
              <a:rPr lang="en-US" sz="4841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12° Passo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550305" y="484834"/>
            <a:ext cx="7488115" cy="1430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90"/>
              </a:lnSpc>
            </a:pPr>
            <a:r>
              <a:rPr lang="en-US" sz="4135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Exemplo: </a:t>
            </a:r>
          </a:p>
          <a:p>
            <a:pPr algn="ctr">
              <a:lnSpc>
                <a:spcPts val="5790"/>
              </a:lnSpc>
            </a:pPr>
            <a:r>
              <a:rPr lang="en-US" sz="4135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 1 0.03 4 * 30 / - / 1 - 100 *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747297" y="551509"/>
            <a:ext cx="3582509" cy="9572897"/>
            <a:chOff x="0" y="0"/>
            <a:chExt cx="4776679" cy="1276386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8723577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5823245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2900332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304720" y="9673091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304720" y="6694328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304720" y="371825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304720" y="74218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70"/>
                  </a:lnTo>
                  <a:lnTo>
                    <a:pt x="0" y="1960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 rot="0">
              <a:off x="358934" y="9968589"/>
              <a:ext cx="4138042" cy="27952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X = 0.00401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358934" y="6941615"/>
              <a:ext cx="3637697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Y = 0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358934" y="3914019"/>
              <a:ext cx="4417745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Z = 0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358934" y="886423"/>
              <a:ext cx="3637697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 = 0</a:t>
              </a:r>
            </a:p>
          </p:txBody>
        </p:sp>
      </p:grpSp>
    </p:spTree>
  </p:cSld>
  <p:clrMapOvr>
    <a:masterClrMapping/>
  </p:clrMapOvr>
</p:sld>
</file>

<file path=ppt/slides/slide6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571183" y="1701713"/>
            <a:ext cx="5679006" cy="4663872"/>
          </a:xfrm>
          <a:custGeom>
            <a:avLst/>
            <a:gdLst/>
            <a:ahLst/>
            <a:cxnLst/>
            <a:rect r="r" b="b" t="t" l="l"/>
            <a:pathLst>
              <a:path h="4663872" w="5679006">
                <a:moveTo>
                  <a:pt x="0" y="0"/>
                </a:moveTo>
                <a:lnTo>
                  <a:pt x="5679006" y="0"/>
                </a:lnTo>
                <a:lnTo>
                  <a:pt x="5679006" y="4663871"/>
                </a:lnTo>
                <a:lnTo>
                  <a:pt x="0" y="46638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508911" y="4033648"/>
            <a:ext cx="5570902" cy="5701842"/>
          </a:xfrm>
          <a:custGeom>
            <a:avLst/>
            <a:gdLst/>
            <a:ahLst/>
            <a:cxnLst/>
            <a:rect r="r" b="b" t="t" l="l"/>
            <a:pathLst>
              <a:path h="5701842" w="5570902">
                <a:moveTo>
                  <a:pt x="0" y="0"/>
                </a:moveTo>
                <a:lnTo>
                  <a:pt x="5570903" y="0"/>
                </a:lnTo>
                <a:lnTo>
                  <a:pt x="5570903" y="5701843"/>
                </a:lnTo>
                <a:lnTo>
                  <a:pt x="0" y="57018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316501" y="-85725"/>
            <a:ext cx="9654998" cy="822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77"/>
              </a:lnSpc>
            </a:pPr>
            <a:r>
              <a:rPr lang="en-US" sz="4841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12° Passo</a:t>
            </a:r>
          </a:p>
        </p:txBody>
      </p:sp>
      <p:sp>
        <p:nvSpPr>
          <p:cNvPr name="AutoShape 5" id="5"/>
          <p:cNvSpPr/>
          <p:nvPr/>
        </p:nvSpPr>
        <p:spPr>
          <a:xfrm flipV="true">
            <a:off x="10550305" y="4493328"/>
            <a:ext cx="789740" cy="163967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6" id="6"/>
          <p:cNvGrpSpPr/>
          <p:nvPr/>
        </p:nvGrpSpPr>
        <p:grpSpPr>
          <a:xfrm rot="0">
            <a:off x="747297" y="551509"/>
            <a:ext cx="3582509" cy="9572897"/>
            <a:chOff x="0" y="0"/>
            <a:chExt cx="4776679" cy="1276386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8723577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5823245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2900332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304720" y="9673091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304720" y="6694328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304720" y="371825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304720" y="74218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70"/>
                  </a:lnTo>
                  <a:lnTo>
                    <a:pt x="0" y="1960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 rot="0">
              <a:off x="358934" y="9968589"/>
              <a:ext cx="4138042" cy="27952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X = 0.00401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358934" y="6941615"/>
              <a:ext cx="3637697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Y = 0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358934" y="3914019"/>
              <a:ext cx="4417745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Z = 0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358934" y="886423"/>
              <a:ext cx="3637697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 = 0</a:t>
              </a:r>
            </a:p>
          </p:txBody>
        </p:sp>
      </p:grpSp>
      <p:sp>
        <p:nvSpPr>
          <p:cNvPr name="AutoShape 19" id="19"/>
          <p:cNvSpPr/>
          <p:nvPr/>
        </p:nvSpPr>
        <p:spPr>
          <a:xfrm>
            <a:off x="15982870" y="1905623"/>
            <a:ext cx="238499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0" id="20"/>
          <p:cNvSpPr txBox="true"/>
          <p:nvPr/>
        </p:nvSpPr>
        <p:spPr>
          <a:xfrm rot="0">
            <a:off x="10550305" y="484834"/>
            <a:ext cx="7488115" cy="1430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90"/>
              </a:lnSpc>
            </a:pPr>
            <a:r>
              <a:rPr lang="en-US" sz="4135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Exemplo: </a:t>
            </a:r>
          </a:p>
          <a:p>
            <a:pPr algn="ctr">
              <a:lnSpc>
                <a:spcPts val="5790"/>
              </a:lnSpc>
            </a:pPr>
            <a:r>
              <a:rPr lang="en-US" sz="4135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 1 0.03 4 * 30 / - / 1 - 100 *</a:t>
            </a:r>
          </a:p>
        </p:txBody>
      </p:sp>
    </p:spTree>
  </p:cSld>
  <p:clrMapOvr>
    <a:masterClrMapping/>
  </p:clrMapOvr>
</p:sld>
</file>

<file path=ppt/slides/slide6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316501" y="-85725"/>
            <a:ext cx="9654998" cy="822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77"/>
              </a:lnSpc>
            </a:pPr>
            <a:r>
              <a:rPr lang="en-US" sz="4841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12° Passo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747297" y="551509"/>
            <a:ext cx="3582509" cy="9572897"/>
            <a:chOff x="0" y="0"/>
            <a:chExt cx="4776679" cy="1276386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8723577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5823245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2900332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04720" y="9673091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304720" y="6694328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304720" y="371825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304720" y="74218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70"/>
                  </a:lnTo>
                  <a:lnTo>
                    <a:pt x="0" y="1960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 rot="0">
              <a:off x="358934" y="9968589"/>
              <a:ext cx="4138042" cy="27952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X = 0.00401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358934" y="6941615"/>
              <a:ext cx="3637697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Y = 0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358934" y="3914019"/>
              <a:ext cx="4417745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Z = 0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358934" y="886423"/>
              <a:ext cx="3637697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 = 0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7028392" y="5337958"/>
            <a:ext cx="7510821" cy="2801167"/>
          </a:xfrm>
          <a:custGeom>
            <a:avLst/>
            <a:gdLst/>
            <a:ahLst/>
            <a:cxnLst/>
            <a:rect r="r" b="b" t="t" l="l"/>
            <a:pathLst>
              <a:path h="2801167" w="7510821">
                <a:moveTo>
                  <a:pt x="0" y="0"/>
                </a:moveTo>
                <a:lnTo>
                  <a:pt x="7510821" y="0"/>
                </a:lnTo>
                <a:lnTo>
                  <a:pt x="7510821" y="2801167"/>
                </a:lnTo>
                <a:lnTo>
                  <a:pt x="0" y="28011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9582670" y="4221307"/>
            <a:ext cx="2402266" cy="792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11"/>
              </a:lnSpc>
            </a:pPr>
            <a:r>
              <a:rPr lang="en-US" sz="457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Output</a:t>
            </a:r>
          </a:p>
        </p:txBody>
      </p:sp>
      <p:sp>
        <p:nvSpPr>
          <p:cNvPr name="AutoShape 18" id="18"/>
          <p:cNvSpPr/>
          <p:nvPr/>
        </p:nvSpPr>
        <p:spPr>
          <a:xfrm>
            <a:off x="15982870" y="1905623"/>
            <a:ext cx="238499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9" id="19"/>
          <p:cNvSpPr txBox="true"/>
          <p:nvPr/>
        </p:nvSpPr>
        <p:spPr>
          <a:xfrm rot="0">
            <a:off x="10550305" y="484834"/>
            <a:ext cx="7488115" cy="1430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90"/>
              </a:lnSpc>
            </a:pPr>
            <a:r>
              <a:rPr lang="en-US" sz="4135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Exemplo: </a:t>
            </a:r>
          </a:p>
          <a:p>
            <a:pPr algn="ctr">
              <a:lnSpc>
                <a:spcPts val="5790"/>
              </a:lnSpc>
            </a:pPr>
            <a:r>
              <a:rPr lang="en-US" sz="4135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 1 0.03 4 * 30 / - / 1 - 100 *</a:t>
            </a:r>
          </a:p>
        </p:txBody>
      </p:sp>
    </p:spTree>
  </p:cSld>
  <p:clrMapOvr>
    <a:masterClrMapping/>
  </p:clrMapOvr>
</p:sld>
</file>

<file path=ppt/slides/slide7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6462974" y="1924673"/>
            <a:ext cx="712278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5964955" y="2195440"/>
            <a:ext cx="8851856" cy="2217584"/>
          </a:xfrm>
          <a:custGeom>
            <a:avLst/>
            <a:gdLst/>
            <a:ahLst/>
            <a:cxnLst/>
            <a:rect r="r" b="b" t="t" l="l"/>
            <a:pathLst>
              <a:path h="2217584" w="8851856">
                <a:moveTo>
                  <a:pt x="0" y="0"/>
                </a:moveTo>
                <a:lnTo>
                  <a:pt x="8851855" y="0"/>
                </a:lnTo>
                <a:lnTo>
                  <a:pt x="8851855" y="2217584"/>
                </a:lnTo>
                <a:lnTo>
                  <a:pt x="0" y="22175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384218" y="4413024"/>
            <a:ext cx="6013329" cy="5603911"/>
          </a:xfrm>
          <a:custGeom>
            <a:avLst/>
            <a:gdLst/>
            <a:ahLst/>
            <a:cxnLst/>
            <a:rect r="r" b="b" t="t" l="l"/>
            <a:pathLst>
              <a:path h="5603911" w="6013329">
                <a:moveTo>
                  <a:pt x="0" y="0"/>
                </a:moveTo>
                <a:lnTo>
                  <a:pt x="6013329" y="0"/>
                </a:lnTo>
                <a:lnTo>
                  <a:pt x="6013329" y="5603911"/>
                </a:lnTo>
                <a:lnTo>
                  <a:pt x="0" y="56039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316501" y="-85725"/>
            <a:ext cx="9654998" cy="822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77"/>
              </a:lnSpc>
            </a:pPr>
            <a:r>
              <a:rPr lang="en-US" sz="4841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13° Passo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550305" y="484834"/>
            <a:ext cx="7488115" cy="1430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90"/>
              </a:lnSpc>
            </a:pPr>
            <a:r>
              <a:rPr lang="en-US" sz="4135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Exemplo: </a:t>
            </a:r>
          </a:p>
          <a:p>
            <a:pPr algn="ctr">
              <a:lnSpc>
                <a:spcPts val="5790"/>
              </a:lnSpc>
            </a:pPr>
            <a:r>
              <a:rPr lang="en-US" sz="4135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 1 0.03 4 * 30 / - / 1 - 100 *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747297" y="551509"/>
            <a:ext cx="3226014" cy="9183981"/>
            <a:chOff x="0" y="0"/>
            <a:chExt cx="4301351" cy="1224530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8723577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5823245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2900332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304720" y="9673091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304720" y="6694328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304720" y="371825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304720" y="74218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70"/>
                  </a:lnTo>
                  <a:lnTo>
                    <a:pt x="0" y="1960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 rot="0">
              <a:off x="358934" y="9968589"/>
              <a:ext cx="3637697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X = 1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358934" y="6941615"/>
              <a:ext cx="3637697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Y = 1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358934" y="3914019"/>
              <a:ext cx="3942417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Z = 0.12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358934" y="886423"/>
              <a:ext cx="3637697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 = 30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47297" y="551509"/>
            <a:ext cx="3582509" cy="9572897"/>
            <a:chOff x="0" y="0"/>
            <a:chExt cx="4776679" cy="1276386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8723577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5823245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2900332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304720" y="9673091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304720" y="6694328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304720" y="371825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304720" y="74218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70"/>
                  </a:lnTo>
                  <a:lnTo>
                    <a:pt x="0" y="1960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 rot="0">
              <a:off x="358934" y="9968589"/>
              <a:ext cx="4138042" cy="27952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X = 1.00401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358934" y="6941615"/>
              <a:ext cx="3637697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Y = 100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358934" y="3914019"/>
              <a:ext cx="4417745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Z = 0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358934" y="886423"/>
              <a:ext cx="3637697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 = 0</a:t>
              </a:r>
            </a:p>
          </p:txBody>
        </p:sp>
      </p:grpSp>
    </p:spTree>
  </p:cSld>
  <p:clrMapOvr>
    <a:masterClrMapping/>
  </p:clrMapOvr>
</p:sld>
</file>

<file path=ppt/slides/slide7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47297" y="551509"/>
            <a:ext cx="3226014" cy="9183981"/>
            <a:chOff x="0" y="0"/>
            <a:chExt cx="4301351" cy="122453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8723577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5823245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2900332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304720" y="9673091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04720" y="6694328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304720" y="371825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304720" y="74218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70"/>
                  </a:lnTo>
                  <a:lnTo>
                    <a:pt x="0" y="1960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358934" y="9968589"/>
              <a:ext cx="3637697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X = 1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358934" y="6941615"/>
              <a:ext cx="3637697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Y = 1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358934" y="3914019"/>
              <a:ext cx="3942417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Z = 0.03 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358934" y="886423"/>
              <a:ext cx="3637697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 = 0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4937277" y="2401364"/>
            <a:ext cx="7417254" cy="2742136"/>
          </a:xfrm>
          <a:custGeom>
            <a:avLst/>
            <a:gdLst/>
            <a:ahLst/>
            <a:cxnLst/>
            <a:rect r="r" b="b" t="t" l="l"/>
            <a:pathLst>
              <a:path h="2742136" w="7417254">
                <a:moveTo>
                  <a:pt x="0" y="0"/>
                </a:moveTo>
                <a:lnTo>
                  <a:pt x="7417254" y="0"/>
                </a:lnTo>
                <a:lnTo>
                  <a:pt x="7417254" y="2742136"/>
                </a:lnTo>
                <a:lnTo>
                  <a:pt x="0" y="27421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4573533" y="5610225"/>
            <a:ext cx="8144743" cy="4200299"/>
          </a:xfrm>
          <a:custGeom>
            <a:avLst/>
            <a:gdLst/>
            <a:ahLst/>
            <a:cxnLst/>
            <a:rect r="r" b="b" t="t" l="l"/>
            <a:pathLst>
              <a:path h="4200299" w="8144743">
                <a:moveTo>
                  <a:pt x="0" y="0"/>
                </a:moveTo>
                <a:lnTo>
                  <a:pt x="8144743" y="0"/>
                </a:lnTo>
                <a:lnTo>
                  <a:pt x="8144743" y="4200299"/>
                </a:lnTo>
                <a:lnTo>
                  <a:pt x="0" y="420029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4316501" y="-85725"/>
            <a:ext cx="9654998" cy="822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77"/>
              </a:lnSpc>
            </a:pPr>
            <a:r>
              <a:rPr lang="en-US" sz="4841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13° Passo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747297" y="551509"/>
            <a:ext cx="3582509" cy="9572897"/>
            <a:chOff x="0" y="0"/>
            <a:chExt cx="4776679" cy="1276386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8723577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5823245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2900332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304720" y="9673091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304720" y="6694328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304720" y="371825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304720" y="74218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70"/>
                  </a:lnTo>
                  <a:lnTo>
                    <a:pt x="0" y="1960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 rot="0">
              <a:off x="358934" y="9968589"/>
              <a:ext cx="4138042" cy="27952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X = 1.00401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358934" y="6941615"/>
              <a:ext cx="3637697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Y = 100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358934" y="3914019"/>
              <a:ext cx="4417745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Z = 0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358934" y="886423"/>
              <a:ext cx="3637697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 = 0</a:t>
              </a:r>
            </a:p>
          </p:txBody>
        </p:sp>
      </p:grpSp>
      <p:sp>
        <p:nvSpPr>
          <p:cNvPr name="AutoShape 31" id="31"/>
          <p:cNvSpPr/>
          <p:nvPr/>
        </p:nvSpPr>
        <p:spPr>
          <a:xfrm>
            <a:off x="16462974" y="1924673"/>
            <a:ext cx="712278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2" id="32"/>
          <p:cNvSpPr/>
          <p:nvPr/>
        </p:nvSpPr>
        <p:spPr>
          <a:xfrm flipH="false" flipV="false" rot="0">
            <a:off x="12965926" y="4830244"/>
            <a:ext cx="5233584" cy="1906974"/>
          </a:xfrm>
          <a:custGeom>
            <a:avLst/>
            <a:gdLst/>
            <a:ahLst/>
            <a:cxnLst/>
            <a:rect r="r" b="b" t="t" l="l"/>
            <a:pathLst>
              <a:path h="1906974" w="5233584">
                <a:moveTo>
                  <a:pt x="0" y="0"/>
                </a:moveTo>
                <a:lnTo>
                  <a:pt x="5233584" y="0"/>
                </a:lnTo>
                <a:lnTo>
                  <a:pt x="5233584" y="1906974"/>
                </a:lnTo>
                <a:lnTo>
                  <a:pt x="0" y="190697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14857034" y="3677182"/>
            <a:ext cx="2402266" cy="792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11"/>
              </a:lnSpc>
            </a:pPr>
            <a:r>
              <a:rPr lang="en-US" sz="457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Output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550305" y="484834"/>
            <a:ext cx="7488115" cy="1430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90"/>
              </a:lnSpc>
            </a:pPr>
            <a:r>
              <a:rPr lang="en-US" sz="4135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Exemplo: </a:t>
            </a:r>
          </a:p>
          <a:p>
            <a:pPr algn="ctr">
              <a:lnSpc>
                <a:spcPts val="5790"/>
              </a:lnSpc>
            </a:pPr>
            <a:r>
              <a:rPr lang="en-US" sz="4135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 1 0.03 4 * 30 / - / 1 - 100 *</a:t>
            </a:r>
          </a:p>
        </p:txBody>
      </p:sp>
    </p:spTree>
  </p:cSld>
  <p:clrMapOvr>
    <a:masterClrMapping/>
  </p:clrMapOvr>
</p:sld>
</file>

<file path=ppt/slides/slide7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7446380" y="1924673"/>
            <a:ext cx="238499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6806005" y="2804489"/>
            <a:ext cx="6776501" cy="6453811"/>
          </a:xfrm>
          <a:custGeom>
            <a:avLst/>
            <a:gdLst/>
            <a:ahLst/>
            <a:cxnLst/>
            <a:rect r="r" b="b" t="t" l="l"/>
            <a:pathLst>
              <a:path h="6453811" w="6776501">
                <a:moveTo>
                  <a:pt x="0" y="0"/>
                </a:moveTo>
                <a:lnTo>
                  <a:pt x="6776502" y="0"/>
                </a:lnTo>
                <a:lnTo>
                  <a:pt x="6776502" y="6453811"/>
                </a:lnTo>
                <a:lnTo>
                  <a:pt x="0" y="64538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316501" y="-85725"/>
            <a:ext cx="9654998" cy="822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77"/>
              </a:lnSpc>
            </a:pPr>
            <a:r>
              <a:rPr lang="en-US" sz="4841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14° Passo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550305" y="484834"/>
            <a:ext cx="7488115" cy="1430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90"/>
              </a:lnSpc>
            </a:pPr>
            <a:r>
              <a:rPr lang="en-US" sz="4135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Exemplo: </a:t>
            </a:r>
          </a:p>
          <a:p>
            <a:pPr algn="ctr">
              <a:lnSpc>
                <a:spcPts val="5790"/>
              </a:lnSpc>
            </a:pPr>
            <a:r>
              <a:rPr lang="en-US" sz="4135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 1 0.03 4 * 30 / - / 1 - 100 *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747297" y="551509"/>
            <a:ext cx="3582509" cy="9572897"/>
            <a:chOff x="0" y="0"/>
            <a:chExt cx="4776679" cy="1276386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8723577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5823245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2900332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304720" y="9673091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304720" y="6694328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304720" y="371825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304720" y="74218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70"/>
                  </a:lnTo>
                  <a:lnTo>
                    <a:pt x="0" y="1960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 rot="0">
              <a:off x="358934" y="9968589"/>
              <a:ext cx="4138042" cy="27952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X = 0.40160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358934" y="6941615"/>
              <a:ext cx="3637697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Y = 0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358934" y="3914019"/>
              <a:ext cx="4417745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Z = 0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358934" y="886423"/>
              <a:ext cx="3637697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 = 0</a:t>
              </a:r>
            </a:p>
          </p:txBody>
        </p:sp>
      </p:grpSp>
    </p:spTree>
  </p:cSld>
  <p:clrMapOvr>
    <a:masterClrMapping/>
  </p:clrMapOvr>
</p:sld>
</file>

<file path=ppt/slides/slide7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571183" y="1701713"/>
            <a:ext cx="5679006" cy="4663872"/>
          </a:xfrm>
          <a:custGeom>
            <a:avLst/>
            <a:gdLst/>
            <a:ahLst/>
            <a:cxnLst/>
            <a:rect r="r" b="b" t="t" l="l"/>
            <a:pathLst>
              <a:path h="4663872" w="5679006">
                <a:moveTo>
                  <a:pt x="0" y="0"/>
                </a:moveTo>
                <a:lnTo>
                  <a:pt x="5679006" y="0"/>
                </a:lnTo>
                <a:lnTo>
                  <a:pt x="5679006" y="4663871"/>
                </a:lnTo>
                <a:lnTo>
                  <a:pt x="0" y="46638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508911" y="4033648"/>
            <a:ext cx="5570902" cy="5701842"/>
          </a:xfrm>
          <a:custGeom>
            <a:avLst/>
            <a:gdLst/>
            <a:ahLst/>
            <a:cxnLst/>
            <a:rect r="r" b="b" t="t" l="l"/>
            <a:pathLst>
              <a:path h="5701842" w="5570902">
                <a:moveTo>
                  <a:pt x="0" y="0"/>
                </a:moveTo>
                <a:lnTo>
                  <a:pt x="5570903" y="0"/>
                </a:lnTo>
                <a:lnTo>
                  <a:pt x="5570903" y="5701843"/>
                </a:lnTo>
                <a:lnTo>
                  <a:pt x="0" y="57018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316501" y="-85725"/>
            <a:ext cx="9654998" cy="822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77"/>
              </a:lnSpc>
            </a:pPr>
            <a:r>
              <a:rPr lang="en-US" sz="4841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14° Passo</a:t>
            </a:r>
          </a:p>
        </p:txBody>
      </p:sp>
      <p:sp>
        <p:nvSpPr>
          <p:cNvPr name="AutoShape 5" id="5"/>
          <p:cNvSpPr/>
          <p:nvPr/>
        </p:nvSpPr>
        <p:spPr>
          <a:xfrm flipV="true">
            <a:off x="10550305" y="4493328"/>
            <a:ext cx="789740" cy="163967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6" id="6"/>
          <p:cNvGrpSpPr/>
          <p:nvPr/>
        </p:nvGrpSpPr>
        <p:grpSpPr>
          <a:xfrm rot="0">
            <a:off x="747297" y="551509"/>
            <a:ext cx="3582509" cy="9572897"/>
            <a:chOff x="0" y="0"/>
            <a:chExt cx="4776679" cy="1276386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8723577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5823245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2900332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304720" y="9673091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304720" y="6694328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304720" y="371825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304720" y="74218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70"/>
                  </a:lnTo>
                  <a:lnTo>
                    <a:pt x="0" y="1960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 rot="0">
              <a:off x="358934" y="9968589"/>
              <a:ext cx="4138042" cy="27952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X = 0.40160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358934" y="6941615"/>
              <a:ext cx="3637697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Y = 0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358934" y="3914019"/>
              <a:ext cx="4417745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Z = 0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358934" y="886423"/>
              <a:ext cx="3637697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 = 0</a:t>
              </a:r>
            </a:p>
          </p:txBody>
        </p:sp>
      </p:grpSp>
      <p:sp>
        <p:nvSpPr>
          <p:cNvPr name="AutoShape 19" id="19"/>
          <p:cNvSpPr/>
          <p:nvPr/>
        </p:nvSpPr>
        <p:spPr>
          <a:xfrm>
            <a:off x="17446380" y="1924673"/>
            <a:ext cx="238499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0" id="20"/>
          <p:cNvSpPr txBox="true"/>
          <p:nvPr/>
        </p:nvSpPr>
        <p:spPr>
          <a:xfrm rot="0">
            <a:off x="10550305" y="484834"/>
            <a:ext cx="7488115" cy="1430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90"/>
              </a:lnSpc>
            </a:pPr>
            <a:r>
              <a:rPr lang="en-US" sz="4135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Exemplo: </a:t>
            </a:r>
          </a:p>
          <a:p>
            <a:pPr algn="ctr">
              <a:lnSpc>
                <a:spcPts val="5790"/>
              </a:lnSpc>
            </a:pPr>
            <a:r>
              <a:rPr lang="en-US" sz="4135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 1 0.03 4 * 30 / - / 1 - 100 *</a:t>
            </a:r>
          </a:p>
        </p:txBody>
      </p:sp>
    </p:spTree>
  </p:cSld>
  <p:clrMapOvr>
    <a:masterClrMapping/>
  </p:clrMapOvr>
</p:sld>
</file>

<file path=ppt/slides/slide7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316501" y="-85725"/>
            <a:ext cx="9654998" cy="822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77"/>
              </a:lnSpc>
            </a:pPr>
            <a:r>
              <a:rPr lang="en-US" sz="4841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14° Passo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747297" y="551509"/>
            <a:ext cx="3582509" cy="9572897"/>
            <a:chOff x="0" y="0"/>
            <a:chExt cx="4776679" cy="1276386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8723577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5823245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2900332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04720" y="9673091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304720" y="6694328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304720" y="371825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304720" y="74218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70"/>
                  </a:lnTo>
                  <a:lnTo>
                    <a:pt x="0" y="1960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 rot="0">
              <a:off x="358934" y="9968589"/>
              <a:ext cx="4138042" cy="27952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X = 0.40160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358934" y="6941615"/>
              <a:ext cx="3637697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Y = 0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358934" y="3914019"/>
              <a:ext cx="4417745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Z = 0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358934" y="886423"/>
              <a:ext cx="3637697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 = 0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6834475" y="5337958"/>
            <a:ext cx="7898656" cy="2982480"/>
          </a:xfrm>
          <a:custGeom>
            <a:avLst/>
            <a:gdLst/>
            <a:ahLst/>
            <a:cxnLst/>
            <a:rect r="r" b="b" t="t" l="l"/>
            <a:pathLst>
              <a:path h="2982480" w="7898656">
                <a:moveTo>
                  <a:pt x="0" y="0"/>
                </a:moveTo>
                <a:lnTo>
                  <a:pt x="7898656" y="0"/>
                </a:lnTo>
                <a:lnTo>
                  <a:pt x="7898656" y="2982480"/>
                </a:lnTo>
                <a:lnTo>
                  <a:pt x="0" y="29824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9582670" y="4221307"/>
            <a:ext cx="2402266" cy="792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11"/>
              </a:lnSpc>
            </a:pPr>
            <a:r>
              <a:rPr lang="en-US" sz="457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Output</a:t>
            </a:r>
          </a:p>
        </p:txBody>
      </p:sp>
      <p:sp>
        <p:nvSpPr>
          <p:cNvPr name="AutoShape 18" id="18"/>
          <p:cNvSpPr/>
          <p:nvPr/>
        </p:nvSpPr>
        <p:spPr>
          <a:xfrm>
            <a:off x="17446380" y="1924673"/>
            <a:ext cx="238499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9" id="19"/>
          <p:cNvSpPr txBox="true"/>
          <p:nvPr/>
        </p:nvSpPr>
        <p:spPr>
          <a:xfrm rot="0">
            <a:off x="10550305" y="484834"/>
            <a:ext cx="7488115" cy="1430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90"/>
              </a:lnSpc>
            </a:pPr>
            <a:r>
              <a:rPr lang="en-US" sz="4135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Exemplo: </a:t>
            </a:r>
          </a:p>
          <a:p>
            <a:pPr algn="ctr">
              <a:lnSpc>
                <a:spcPts val="5790"/>
              </a:lnSpc>
            </a:pPr>
            <a:r>
              <a:rPr lang="en-US" sz="4135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 1 0.03 4 * 30 / - / 1 - 100 *</a:t>
            </a:r>
          </a:p>
        </p:txBody>
      </p:sp>
    </p:spTree>
  </p:cSld>
  <p:clrMapOvr>
    <a:masterClrMapping/>
  </p:clrMapOvr>
</p:sld>
</file>

<file path=ppt/slides/slide7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316501" y="-85725"/>
            <a:ext cx="9654998" cy="822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77"/>
              </a:lnSpc>
            </a:pPr>
            <a:r>
              <a:rPr lang="en-US" sz="4841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15° Passo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747297" y="551509"/>
            <a:ext cx="3582509" cy="9572897"/>
            <a:chOff x="0" y="0"/>
            <a:chExt cx="4776679" cy="1276386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8723577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5823245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2900332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2"/>
                  </a:lnTo>
                  <a:lnTo>
                    <a:pt x="0" y="3521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01351" cy="3521731"/>
            </a:xfrm>
            <a:custGeom>
              <a:avLst/>
              <a:gdLst/>
              <a:ahLst/>
              <a:cxnLst/>
              <a:rect r="r" b="b" t="t" l="l"/>
              <a:pathLst>
                <a:path h="3521731" w="4301351">
                  <a:moveTo>
                    <a:pt x="0" y="0"/>
                  </a:moveTo>
                  <a:lnTo>
                    <a:pt x="4301351" y="0"/>
                  </a:lnTo>
                  <a:lnTo>
                    <a:pt x="4301351" y="3521731"/>
                  </a:lnTo>
                  <a:lnTo>
                    <a:pt x="0" y="352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304720" y="9673091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304720" y="6694328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304720" y="371825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69"/>
                  </a:lnTo>
                  <a:lnTo>
                    <a:pt x="0" y="19600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304720" y="742189"/>
              <a:ext cx="3691911" cy="1960069"/>
            </a:xfrm>
            <a:custGeom>
              <a:avLst/>
              <a:gdLst/>
              <a:ahLst/>
              <a:cxnLst/>
              <a:rect r="r" b="b" t="t" l="l"/>
              <a:pathLst>
                <a:path h="1960069" w="3691911">
                  <a:moveTo>
                    <a:pt x="0" y="0"/>
                  </a:moveTo>
                  <a:lnTo>
                    <a:pt x="3691911" y="0"/>
                  </a:lnTo>
                  <a:lnTo>
                    <a:pt x="3691911" y="1960070"/>
                  </a:lnTo>
                  <a:lnTo>
                    <a:pt x="0" y="1960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 rot="0">
              <a:off x="358934" y="9968589"/>
              <a:ext cx="4138042" cy="27952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X = 0.40160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358934" y="6941615"/>
              <a:ext cx="3637697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Y = 0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358934" y="3914019"/>
              <a:ext cx="4417745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Z = 0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358934" y="886423"/>
              <a:ext cx="3637697" cy="1351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564"/>
                </a:lnSpc>
                <a:spcBef>
                  <a:spcPct val="0"/>
                </a:spcBef>
              </a:pPr>
              <a:r>
                <a:rPr lang="en-US" b="true" sz="611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 = 0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7413511" y="2707663"/>
            <a:ext cx="7626350" cy="3617628"/>
          </a:xfrm>
          <a:custGeom>
            <a:avLst/>
            <a:gdLst/>
            <a:ahLst/>
            <a:cxnLst/>
            <a:rect r="r" b="b" t="t" l="l"/>
            <a:pathLst>
              <a:path h="3617628" w="7626350">
                <a:moveTo>
                  <a:pt x="0" y="0"/>
                </a:moveTo>
                <a:lnTo>
                  <a:pt x="7626350" y="0"/>
                </a:lnTo>
                <a:lnTo>
                  <a:pt x="7626350" y="3617628"/>
                </a:lnTo>
                <a:lnTo>
                  <a:pt x="0" y="36176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5778368" y="8207468"/>
            <a:ext cx="10896637" cy="739300"/>
          </a:xfrm>
          <a:custGeom>
            <a:avLst/>
            <a:gdLst/>
            <a:ahLst/>
            <a:cxnLst/>
            <a:rect r="r" b="b" t="t" l="l"/>
            <a:pathLst>
              <a:path h="739300" w="10896637">
                <a:moveTo>
                  <a:pt x="0" y="0"/>
                </a:moveTo>
                <a:lnTo>
                  <a:pt x="10896636" y="0"/>
                </a:lnTo>
                <a:lnTo>
                  <a:pt x="10896636" y="739299"/>
                </a:lnTo>
                <a:lnTo>
                  <a:pt x="0" y="73929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0025553" y="7022556"/>
            <a:ext cx="2402266" cy="792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11"/>
              </a:lnSpc>
            </a:pPr>
            <a:r>
              <a:rPr lang="en-US" sz="457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Output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550305" y="484834"/>
            <a:ext cx="7488115" cy="1430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90"/>
              </a:lnSpc>
            </a:pPr>
            <a:r>
              <a:rPr lang="en-US" sz="4135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Exemplo: </a:t>
            </a:r>
          </a:p>
          <a:p>
            <a:pPr algn="ctr">
              <a:lnSpc>
                <a:spcPts val="5790"/>
              </a:lnSpc>
            </a:pPr>
            <a:r>
              <a:rPr lang="en-US" sz="4135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 1 0.03 4 * 30 / - / 1 - 100 *</a:t>
            </a:r>
          </a:p>
        </p:txBody>
      </p:sp>
    </p:spTree>
  </p:cSld>
  <p:clrMapOvr>
    <a:masterClrMapping/>
  </p:clrMapOvr>
</p:sld>
</file>

<file path=ppt/slides/slide7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372113" y="1977477"/>
            <a:ext cx="5210718" cy="7906611"/>
          </a:xfrm>
          <a:custGeom>
            <a:avLst/>
            <a:gdLst/>
            <a:ahLst/>
            <a:cxnLst/>
            <a:rect r="r" b="b" t="t" l="l"/>
            <a:pathLst>
              <a:path h="7906611" w="5210718">
                <a:moveTo>
                  <a:pt x="0" y="0"/>
                </a:moveTo>
                <a:lnTo>
                  <a:pt x="5210718" y="0"/>
                </a:lnTo>
                <a:lnTo>
                  <a:pt x="5210718" y="7906611"/>
                </a:lnTo>
                <a:lnTo>
                  <a:pt x="0" y="79066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169061" y="2646365"/>
            <a:ext cx="10666589" cy="5507017"/>
          </a:xfrm>
          <a:custGeom>
            <a:avLst/>
            <a:gdLst/>
            <a:ahLst/>
            <a:cxnLst/>
            <a:rect r="r" b="b" t="t" l="l"/>
            <a:pathLst>
              <a:path h="5507017" w="10666589">
                <a:moveTo>
                  <a:pt x="0" y="0"/>
                </a:moveTo>
                <a:lnTo>
                  <a:pt x="10666588" y="0"/>
                </a:lnTo>
                <a:lnTo>
                  <a:pt x="10666588" y="5507017"/>
                </a:lnTo>
                <a:lnTo>
                  <a:pt x="0" y="55070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206190" y="1709971"/>
            <a:ext cx="6056219" cy="6137209"/>
          </a:xfrm>
          <a:custGeom>
            <a:avLst/>
            <a:gdLst/>
            <a:ahLst/>
            <a:cxnLst/>
            <a:rect r="r" b="b" t="t" l="l"/>
            <a:pathLst>
              <a:path h="6137209" w="6056219">
                <a:moveTo>
                  <a:pt x="0" y="0"/>
                </a:moveTo>
                <a:lnTo>
                  <a:pt x="6056219" y="0"/>
                </a:lnTo>
                <a:lnTo>
                  <a:pt x="6056219" y="6137208"/>
                </a:lnTo>
                <a:lnTo>
                  <a:pt x="0" y="61372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576325" y="1709971"/>
            <a:ext cx="6301335" cy="6356958"/>
          </a:xfrm>
          <a:custGeom>
            <a:avLst/>
            <a:gdLst/>
            <a:ahLst/>
            <a:cxnLst/>
            <a:rect r="r" b="b" t="t" l="l"/>
            <a:pathLst>
              <a:path h="6356958" w="6301335">
                <a:moveTo>
                  <a:pt x="0" y="0"/>
                </a:moveTo>
                <a:lnTo>
                  <a:pt x="6301334" y="0"/>
                </a:lnTo>
                <a:lnTo>
                  <a:pt x="6301334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277533" y="-171450"/>
            <a:ext cx="1913533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880"/>
              </a:lnSpc>
              <a:spcBef>
                <a:spcPct val="0"/>
              </a:spcBef>
            </a:pPr>
            <a:r>
              <a:rPr lang="en-US" b="true" sz="92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pt1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377521" y="-171450"/>
            <a:ext cx="1913533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880"/>
              </a:lnSpc>
              <a:spcBef>
                <a:spcPct val="0"/>
              </a:spcBef>
            </a:pPr>
            <a:r>
              <a:rPr lang="en-US" b="true" sz="92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pt2</a:t>
            </a:r>
          </a:p>
        </p:txBody>
      </p:sp>
    </p:spTree>
  </p:cSld>
  <p:clrMapOvr>
    <a:masterClrMapping/>
  </p:clrMapOvr>
</p:sld>
</file>

<file path=ppt/slides/slide7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10399731" cy="2274941"/>
          </a:xfrm>
          <a:custGeom>
            <a:avLst/>
            <a:gdLst/>
            <a:ahLst/>
            <a:cxnLst/>
            <a:rect r="r" b="b" t="t" l="l"/>
            <a:pathLst>
              <a:path h="2274941" w="10399731">
                <a:moveTo>
                  <a:pt x="0" y="0"/>
                </a:moveTo>
                <a:lnTo>
                  <a:pt x="10399731" y="0"/>
                </a:lnTo>
                <a:lnTo>
                  <a:pt x="10399731" y="2274941"/>
                </a:lnTo>
                <a:lnTo>
                  <a:pt x="0" y="22749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74559" y="4588285"/>
            <a:ext cx="4586622" cy="4670015"/>
          </a:xfrm>
          <a:custGeom>
            <a:avLst/>
            <a:gdLst/>
            <a:ahLst/>
            <a:cxnLst/>
            <a:rect r="r" b="b" t="t" l="l"/>
            <a:pathLst>
              <a:path h="4670015" w="4586622">
                <a:moveTo>
                  <a:pt x="0" y="0"/>
                </a:moveTo>
                <a:lnTo>
                  <a:pt x="4586621" y="0"/>
                </a:lnTo>
                <a:lnTo>
                  <a:pt x="4586621" y="4670015"/>
                </a:lnTo>
                <a:lnTo>
                  <a:pt x="0" y="46700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396803" y="4528027"/>
            <a:ext cx="5494394" cy="4730273"/>
          </a:xfrm>
          <a:custGeom>
            <a:avLst/>
            <a:gdLst/>
            <a:ahLst/>
            <a:cxnLst/>
            <a:rect r="r" b="b" t="t" l="l"/>
            <a:pathLst>
              <a:path h="4730273" w="5494394">
                <a:moveTo>
                  <a:pt x="0" y="0"/>
                </a:moveTo>
                <a:lnTo>
                  <a:pt x="5494394" y="0"/>
                </a:lnTo>
                <a:lnTo>
                  <a:pt x="5494394" y="4730273"/>
                </a:lnTo>
                <a:lnTo>
                  <a:pt x="0" y="47302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891197" y="4588285"/>
            <a:ext cx="4887170" cy="4686877"/>
          </a:xfrm>
          <a:custGeom>
            <a:avLst/>
            <a:gdLst/>
            <a:ahLst/>
            <a:cxnLst/>
            <a:rect r="r" b="b" t="t" l="l"/>
            <a:pathLst>
              <a:path h="4686877" w="4887170">
                <a:moveTo>
                  <a:pt x="0" y="0"/>
                </a:moveTo>
                <a:lnTo>
                  <a:pt x="4887170" y="0"/>
                </a:lnTo>
                <a:lnTo>
                  <a:pt x="4887170" y="4686877"/>
                </a:lnTo>
                <a:lnTo>
                  <a:pt x="0" y="46868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445980" y="2166171"/>
            <a:ext cx="10332387" cy="607787"/>
          </a:xfrm>
          <a:custGeom>
            <a:avLst/>
            <a:gdLst/>
            <a:ahLst/>
            <a:cxnLst/>
            <a:rect r="r" b="b" t="t" l="l"/>
            <a:pathLst>
              <a:path h="607787" w="10332387">
                <a:moveTo>
                  <a:pt x="0" y="0"/>
                </a:moveTo>
                <a:lnTo>
                  <a:pt x="10332387" y="0"/>
                </a:lnTo>
                <a:lnTo>
                  <a:pt x="10332387" y="607787"/>
                </a:lnTo>
                <a:lnTo>
                  <a:pt x="0" y="60778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54936" y="632891"/>
            <a:ext cx="5056745" cy="4726957"/>
          </a:xfrm>
          <a:custGeom>
            <a:avLst/>
            <a:gdLst/>
            <a:ahLst/>
            <a:cxnLst/>
            <a:rect r="r" b="b" t="t" l="l"/>
            <a:pathLst>
              <a:path h="4726957" w="5056745">
                <a:moveTo>
                  <a:pt x="0" y="0"/>
                </a:moveTo>
                <a:lnTo>
                  <a:pt x="5056745" y="0"/>
                </a:lnTo>
                <a:lnTo>
                  <a:pt x="5056745" y="4726957"/>
                </a:lnTo>
                <a:lnTo>
                  <a:pt x="0" y="47269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530281" y="656205"/>
            <a:ext cx="4009663" cy="4703643"/>
          </a:xfrm>
          <a:custGeom>
            <a:avLst/>
            <a:gdLst/>
            <a:ahLst/>
            <a:cxnLst/>
            <a:rect r="r" b="b" t="t" l="l"/>
            <a:pathLst>
              <a:path h="4703643" w="4009663">
                <a:moveTo>
                  <a:pt x="0" y="0"/>
                </a:moveTo>
                <a:lnTo>
                  <a:pt x="4009663" y="0"/>
                </a:lnTo>
                <a:lnTo>
                  <a:pt x="4009663" y="4703643"/>
                </a:lnTo>
                <a:lnTo>
                  <a:pt x="0" y="47036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714385" y="659550"/>
            <a:ext cx="4544915" cy="4700297"/>
          </a:xfrm>
          <a:custGeom>
            <a:avLst/>
            <a:gdLst/>
            <a:ahLst/>
            <a:cxnLst/>
            <a:rect r="r" b="b" t="t" l="l"/>
            <a:pathLst>
              <a:path h="4700297" w="4544915">
                <a:moveTo>
                  <a:pt x="0" y="0"/>
                </a:moveTo>
                <a:lnTo>
                  <a:pt x="4544915" y="0"/>
                </a:lnTo>
                <a:lnTo>
                  <a:pt x="4544915" y="4700298"/>
                </a:lnTo>
                <a:lnTo>
                  <a:pt x="0" y="47002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54936" y="5143500"/>
            <a:ext cx="4643137" cy="4683512"/>
          </a:xfrm>
          <a:custGeom>
            <a:avLst/>
            <a:gdLst/>
            <a:ahLst/>
            <a:cxnLst/>
            <a:rect r="r" b="b" t="t" l="l"/>
            <a:pathLst>
              <a:path h="4683512" w="4643137">
                <a:moveTo>
                  <a:pt x="0" y="0"/>
                </a:moveTo>
                <a:lnTo>
                  <a:pt x="4643137" y="0"/>
                </a:lnTo>
                <a:lnTo>
                  <a:pt x="4643137" y="4683512"/>
                </a:lnTo>
                <a:lnTo>
                  <a:pt x="0" y="46835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435130" y="5143500"/>
            <a:ext cx="4199965" cy="4720315"/>
          </a:xfrm>
          <a:custGeom>
            <a:avLst/>
            <a:gdLst/>
            <a:ahLst/>
            <a:cxnLst/>
            <a:rect r="r" b="b" t="t" l="l"/>
            <a:pathLst>
              <a:path h="4720315" w="4199965">
                <a:moveTo>
                  <a:pt x="0" y="0"/>
                </a:moveTo>
                <a:lnTo>
                  <a:pt x="4199965" y="0"/>
                </a:lnTo>
                <a:lnTo>
                  <a:pt x="4199965" y="4720315"/>
                </a:lnTo>
                <a:lnTo>
                  <a:pt x="0" y="472031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982488" y="7033907"/>
            <a:ext cx="10500780" cy="902699"/>
          </a:xfrm>
          <a:custGeom>
            <a:avLst/>
            <a:gdLst/>
            <a:ahLst/>
            <a:cxnLst/>
            <a:rect r="r" b="b" t="t" l="l"/>
            <a:pathLst>
              <a:path h="902699" w="10500780">
                <a:moveTo>
                  <a:pt x="0" y="0"/>
                </a:moveTo>
                <a:lnTo>
                  <a:pt x="10500780" y="0"/>
                </a:lnTo>
                <a:lnTo>
                  <a:pt x="10500780" y="902698"/>
                </a:lnTo>
                <a:lnTo>
                  <a:pt x="0" y="90269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65615" y="656469"/>
            <a:ext cx="10875611" cy="372231"/>
          </a:xfrm>
          <a:custGeom>
            <a:avLst/>
            <a:gdLst/>
            <a:ahLst/>
            <a:cxnLst/>
            <a:rect r="r" b="b" t="t" l="l"/>
            <a:pathLst>
              <a:path h="372231" w="10875611">
                <a:moveTo>
                  <a:pt x="0" y="0"/>
                </a:moveTo>
                <a:lnTo>
                  <a:pt x="10875611" y="0"/>
                </a:lnTo>
                <a:lnTo>
                  <a:pt x="10875611" y="372231"/>
                </a:lnTo>
                <a:lnTo>
                  <a:pt x="0" y="3722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65615" y="1600558"/>
            <a:ext cx="4834798" cy="4498248"/>
          </a:xfrm>
          <a:custGeom>
            <a:avLst/>
            <a:gdLst/>
            <a:ahLst/>
            <a:cxnLst/>
            <a:rect r="r" b="b" t="t" l="l"/>
            <a:pathLst>
              <a:path h="4498248" w="4834798">
                <a:moveTo>
                  <a:pt x="0" y="0"/>
                </a:moveTo>
                <a:lnTo>
                  <a:pt x="4834798" y="0"/>
                </a:lnTo>
                <a:lnTo>
                  <a:pt x="4834798" y="4498248"/>
                </a:lnTo>
                <a:lnTo>
                  <a:pt x="0" y="44982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743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400413" y="1371849"/>
            <a:ext cx="4104025" cy="4726957"/>
          </a:xfrm>
          <a:custGeom>
            <a:avLst/>
            <a:gdLst/>
            <a:ahLst/>
            <a:cxnLst/>
            <a:rect r="r" b="b" t="t" l="l"/>
            <a:pathLst>
              <a:path h="4726957" w="4104025">
                <a:moveTo>
                  <a:pt x="0" y="0"/>
                </a:moveTo>
                <a:lnTo>
                  <a:pt x="4104025" y="0"/>
                </a:lnTo>
                <a:lnTo>
                  <a:pt x="4104025" y="4726957"/>
                </a:lnTo>
                <a:lnTo>
                  <a:pt x="0" y="472695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950391" y="1600558"/>
            <a:ext cx="4412003" cy="4690237"/>
          </a:xfrm>
          <a:custGeom>
            <a:avLst/>
            <a:gdLst/>
            <a:ahLst/>
            <a:cxnLst/>
            <a:rect r="r" b="b" t="t" l="l"/>
            <a:pathLst>
              <a:path h="4690237" w="4412003">
                <a:moveTo>
                  <a:pt x="0" y="0"/>
                </a:moveTo>
                <a:lnTo>
                  <a:pt x="4412003" y="0"/>
                </a:lnTo>
                <a:lnTo>
                  <a:pt x="4412003" y="4690237"/>
                </a:lnTo>
                <a:lnTo>
                  <a:pt x="0" y="46902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362394" y="1371849"/>
            <a:ext cx="4206990" cy="4723638"/>
          </a:xfrm>
          <a:custGeom>
            <a:avLst/>
            <a:gdLst/>
            <a:ahLst/>
            <a:cxnLst/>
            <a:rect r="r" b="b" t="t" l="l"/>
            <a:pathLst>
              <a:path h="4723638" w="4206990">
                <a:moveTo>
                  <a:pt x="0" y="0"/>
                </a:moveTo>
                <a:lnTo>
                  <a:pt x="4206990" y="0"/>
                </a:lnTo>
                <a:lnTo>
                  <a:pt x="4206990" y="4723638"/>
                </a:lnTo>
                <a:lnTo>
                  <a:pt x="0" y="47236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22932" y="6095487"/>
            <a:ext cx="4529806" cy="4716988"/>
          </a:xfrm>
          <a:custGeom>
            <a:avLst/>
            <a:gdLst/>
            <a:ahLst/>
            <a:cxnLst/>
            <a:rect r="r" b="b" t="t" l="l"/>
            <a:pathLst>
              <a:path h="4716988" w="4529806">
                <a:moveTo>
                  <a:pt x="0" y="0"/>
                </a:moveTo>
                <a:lnTo>
                  <a:pt x="4529806" y="0"/>
                </a:lnTo>
                <a:lnTo>
                  <a:pt x="4529806" y="4716988"/>
                </a:lnTo>
                <a:lnTo>
                  <a:pt x="0" y="471698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952738" y="6125598"/>
            <a:ext cx="5007347" cy="4686877"/>
          </a:xfrm>
          <a:custGeom>
            <a:avLst/>
            <a:gdLst/>
            <a:ahLst/>
            <a:cxnLst/>
            <a:rect r="r" b="b" t="t" l="l"/>
            <a:pathLst>
              <a:path h="4686877" w="5007347">
                <a:moveTo>
                  <a:pt x="0" y="0"/>
                </a:moveTo>
                <a:lnTo>
                  <a:pt x="5007347" y="0"/>
                </a:lnTo>
                <a:lnTo>
                  <a:pt x="5007347" y="4686877"/>
                </a:lnTo>
                <a:lnTo>
                  <a:pt x="0" y="468687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504438" y="6088837"/>
            <a:ext cx="4280797" cy="4723638"/>
          </a:xfrm>
          <a:custGeom>
            <a:avLst/>
            <a:gdLst/>
            <a:ahLst/>
            <a:cxnLst/>
            <a:rect r="r" b="b" t="t" l="l"/>
            <a:pathLst>
              <a:path h="4723638" w="4280797">
                <a:moveTo>
                  <a:pt x="0" y="0"/>
                </a:moveTo>
                <a:lnTo>
                  <a:pt x="4280796" y="0"/>
                </a:lnTo>
                <a:lnTo>
                  <a:pt x="4280796" y="4723638"/>
                </a:lnTo>
                <a:lnTo>
                  <a:pt x="0" y="472363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785234" y="5576677"/>
            <a:ext cx="4938242" cy="4710323"/>
          </a:xfrm>
          <a:custGeom>
            <a:avLst/>
            <a:gdLst/>
            <a:ahLst/>
            <a:cxnLst/>
            <a:rect r="r" b="b" t="t" l="l"/>
            <a:pathLst>
              <a:path h="4710323" w="4938242">
                <a:moveTo>
                  <a:pt x="0" y="0"/>
                </a:moveTo>
                <a:lnTo>
                  <a:pt x="4938242" y="0"/>
                </a:lnTo>
                <a:lnTo>
                  <a:pt x="4938242" y="4710323"/>
                </a:lnTo>
                <a:lnTo>
                  <a:pt x="0" y="471032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94172" y="640602"/>
            <a:ext cx="9144347" cy="4502898"/>
          </a:xfrm>
          <a:custGeom>
            <a:avLst/>
            <a:gdLst/>
            <a:ahLst/>
            <a:cxnLst/>
            <a:rect r="r" b="b" t="t" l="l"/>
            <a:pathLst>
              <a:path h="4502898" w="9144347">
                <a:moveTo>
                  <a:pt x="0" y="0"/>
                </a:moveTo>
                <a:lnTo>
                  <a:pt x="9144348" y="0"/>
                </a:lnTo>
                <a:lnTo>
                  <a:pt x="9144348" y="4502898"/>
                </a:lnTo>
                <a:lnTo>
                  <a:pt x="0" y="45028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181566" y="418373"/>
            <a:ext cx="9205315" cy="4002311"/>
          </a:xfrm>
          <a:custGeom>
            <a:avLst/>
            <a:gdLst/>
            <a:ahLst/>
            <a:cxnLst/>
            <a:rect r="r" b="b" t="t" l="l"/>
            <a:pathLst>
              <a:path h="4002311" w="9205315">
                <a:moveTo>
                  <a:pt x="0" y="0"/>
                </a:moveTo>
                <a:lnTo>
                  <a:pt x="9205316" y="0"/>
                </a:lnTo>
                <a:lnTo>
                  <a:pt x="9205316" y="4002311"/>
                </a:lnTo>
                <a:lnTo>
                  <a:pt x="0" y="40023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21002" y="4966819"/>
            <a:ext cx="9260564" cy="4291481"/>
          </a:xfrm>
          <a:custGeom>
            <a:avLst/>
            <a:gdLst/>
            <a:ahLst/>
            <a:cxnLst/>
            <a:rect r="r" b="b" t="t" l="l"/>
            <a:pathLst>
              <a:path h="4291481" w="9260564">
                <a:moveTo>
                  <a:pt x="0" y="0"/>
                </a:moveTo>
                <a:lnTo>
                  <a:pt x="9260564" y="0"/>
                </a:lnTo>
                <a:lnTo>
                  <a:pt x="9260564" y="4291481"/>
                </a:lnTo>
                <a:lnTo>
                  <a:pt x="0" y="42914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121325" y="5535874"/>
            <a:ext cx="9265557" cy="4214542"/>
          </a:xfrm>
          <a:custGeom>
            <a:avLst/>
            <a:gdLst/>
            <a:ahLst/>
            <a:cxnLst/>
            <a:rect r="r" b="b" t="t" l="l"/>
            <a:pathLst>
              <a:path h="4214542" w="9265557">
                <a:moveTo>
                  <a:pt x="0" y="0"/>
                </a:moveTo>
                <a:lnTo>
                  <a:pt x="9265557" y="0"/>
                </a:lnTo>
                <a:lnTo>
                  <a:pt x="9265557" y="4214542"/>
                </a:lnTo>
                <a:lnTo>
                  <a:pt x="0" y="42145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94379" y="584737"/>
            <a:ext cx="9210363" cy="3990049"/>
          </a:xfrm>
          <a:custGeom>
            <a:avLst/>
            <a:gdLst/>
            <a:ahLst/>
            <a:cxnLst/>
            <a:rect r="r" b="b" t="t" l="l"/>
            <a:pathLst>
              <a:path h="3990049" w="9210363">
                <a:moveTo>
                  <a:pt x="0" y="0"/>
                </a:moveTo>
                <a:lnTo>
                  <a:pt x="9210363" y="0"/>
                </a:lnTo>
                <a:lnTo>
                  <a:pt x="9210363" y="3990049"/>
                </a:lnTo>
                <a:lnTo>
                  <a:pt x="0" y="39900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94379" y="5766388"/>
            <a:ext cx="11301259" cy="805215"/>
          </a:xfrm>
          <a:custGeom>
            <a:avLst/>
            <a:gdLst/>
            <a:ahLst/>
            <a:cxnLst/>
            <a:rect r="r" b="b" t="t" l="l"/>
            <a:pathLst>
              <a:path h="805215" w="11301259">
                <a:moveTo>
                  <a:pt x="0" y="0"/>
                </a:moveTo>
                <a:lnTo>
                  <a:pt x="11301259" y="0"/>
                </a:lnTo>
                <a:lnTo>
                  <a:pt x="11301259" y="805215"/>
                </a:lnTo>
                <a:lnTo>
                  <a:pt x="0" y="8052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DAHFij6V23Q</dc:identifier>
  <dcterms:modified xsi:type="dcterms:W3CDTF">2011-08-01T06:04:30Z</dcterms:modified>
  <cp:revision>1</cp:revision>
  <dc:title>apresentacao_rpnum título</dc:title>
</cp:coreProperties>
</file>